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221682444e4163" /><Relationship Type="http://schemas.openxmlformats.org/officeDocument/2006/relationships/extended-properties" Target="/docProps/app.xml" Id="Rbce09c9597814bc1" /><Relationship Type="http://schemas.openxmlformats.org/officeDocument/2006/relationships/officeDocument" Target="/ppt/presentation.xml" Id="Rc3b47aa0070249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913d714afb4700"/>
  </p:sldMasterIdLst>
  <p:notesMasterIdLst>
    <p:notesMasterId xmlns:r="http://schemas.openxmlformats.org/officeDocument/2006/relationships" r:id="Rff7f19db19314d4a"/>
  </p:notesMasterIdLst>
  <p:sldIdLst>
    <p:sldId xmlns:r="http://schemas.openxmlformats.org/officeDocument/2006/relationships" id="256" r:id="R501a839b3c384896"/>
    <p:sldId xmlns:r="http://schemas.openxmlformats.org/officeDocument/2006/relationships" id="257" r:id="Ra7b6817b7f274b76"/>
    <p:sldId xmlns:r="http://schemas.openxmlformats.org/officeDocument/2006/relationships" id="258" r:id="R05a1b03e366f4996"/>
    <p:sldId xmlns:r="http://schemas.openxmlformats.org/officeDocument/2006/relationships" id="259" r:id="R589e0f40a30847e4"/>
    <p:sldId xmlns:r="http://schemas.openxmlformats.org/officeDocument/2006/relationships" id="260" r:id="R43c9ee2121284979"/>
    <p:sldId xmlns:r="http://schemas.openxmlformats.org/officeDocument/2006/relationships" id="261" r:id="R32c01785b13340af"/>
    <p:sldId xmlns:r="http://schemas.openxmlformats.org/officeDocument/2006/relationships" id="262" r:id="R8e12b628e93b40e7"/>
    <p:sldId xmlns:r="http://schemas.openxmlformats.org/officeDocument/2006/relationships" id="263" r:id="R24b5c80adb0e42a4"/>
    <p:sldId xmlns:r="http://schemas.openxmlformats.org/officeDocument/2006/relationships" id="264" r:id="Rd4d0fa7c47794439"/>
    <p:sldId xmlns:r="http://schemas.openxmlformats.org/officeDocument/2006/relationships" id="265" r:id="R45b22716bf7a4fd2"/>
    <p:sldId xmlns:r="http://schemas.openxmlformats.org/officeDocument/2006/relationships" id="266" r:id="Rcc08b0c06da749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0cfd7459db4459" /><Relationship Type="http://schemas.openxmlformats.org/officeDocument/2006/relationships/slideMaster" Target="/ppt/slideMasters/slideMaster1.xml" Id="R77913d714afb4700" /><Relationship Type="http://schemas.openxmlformats.org/officeDocument/2006/relationships/notesMaster" Target="/ppt/notesMasters/notesMaster1.xml" Id="Rff7f19db19314d4a" /><Relationship Type="http://schemas.openxmlformats.org/officeDocument/2006/relationships/presProps" Target="/ppt/presProps.xml" Id="R4f04fb77f2a2486a" /><Relationship Type="http://schemas.openxmlformats.org/officeDocument/2006/relationships/tableStyles" Target="/ppt/tableStyles.xml" Id="Rb4b9d2cbc62e488f" /><Relationship Type="http://schemas.openxmlformats.org/officeDocument/2006/relationships/slide" Target="/ppt/slides/slide1.xml" Id="R501a839b3c384896" /><Relationship Type="http://schemas.openxmlformats.org/officeDocument/2006/relationships/slide" Target="/ppt/slides/slide2.xml" Id="Ra7b6817b7f274b76" /><Relationship Type="http://schemas.openxmlformats.org/officeDocument/2006/relationships/slide" Target="/ppt/slides/slide3.xml" Id="R05a1b03e366f4996" /><Relationship Type="http://schemas.openxmlformats.org/officeDocument/2006/relationships/slide" Target="/ppt/slides/slide4.xml" Id="R589e0f40a30847e4" /><Relationship Type="http://schemas.openxmlformats.org/officeDocument/2006/relationships/slide" Target="/ppt/slides/slide5.xml" Id="R43c9ee2121284979" /><Relationship Type="http://schemas.openxmlformats.org/officeDocument/2006/relationships/slide" Target="/ppt/slides/slide6.xml" Id="R32c01785b13340af" /><Relationship Type="http://schemas.openxmlformats.org/officeDocument/2006/relationships/slide" Target="/ppt/slides/slide7.xml" Id="R8e12b628e93b40e7" /><Relationship Type="http://schemas.openxmlformats.org/officeDocument/2006/relationships/slide" Target="/ppt/slides/slide8.xml" Id="R24b5c80adb0e42a4" /><Relationship Type="http://schemas.openxmlformats.org/officeDocument/2006/relationships/slide" Target="/ppt/slides/slide9.xml" Id="Rd4d0fa7c47794439" /><Relationship Type="http://schemas.openxmlformats.org/officeDocument/2006/relationships/slide" Target="/ppt/slides/slide10.xml" Id="R45b22716bf7a4fd2" /><Relationship Type="http://schemas.openxmlformats.org/officeDocument/2006/relationships/slide" Target="/ppt/slides/slide11.xml" Id="Rcc08b0c06da749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0fef0e0b6443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90831d137a403c" /><Relationship Type="http://schemas.openxmlformats.org/officeDocument/2006/relationships/notesMaster" Target="/ppt/notesMasters/notesMaster1.xml" Id="R60d3362e8dc242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3dbda4299b4de0" /><Relationship Type="http://schemas.openxmlformats.org/officeDocument/2006/relationships/notesMaster" Target="/ppt/notesMasters/notesMaster1.xml" Id="R6a5f7c1d7ab144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f906c0cac94707" /><Relationship Type="http://schemas.openxmlformats.org/officeDocument/2006/relationships/notesMaster" Target="/ppt/notesMasters/notesMaster1.xml" Id="Rd9c3c390a62249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383d2ca80d4373" /><Relationship Type="http://schemas.openxmlformats.org/officeDocument/2006/relationships/notesMaster" Target="/ppt/notesMasters/notesMaster1.xml" Id="Rc5c7bcf8e70245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cf4c12b7c44b62" /><Relationship Type="http://schemas.openxmlformats.org/officeDocument/2006/relationships/notesMaster" Target="/ppt/notesMasters/notesMaster1.xml" Id="R58ce23e254674d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97b5f8e63349e2" /><Relationship Type="http://schemas.openxmlformats.org/officeDocument/2006/relationships/notesMaster" Target="/ppt/notesMasters/notesMaster1.xml" Id="Rde2e18cb700646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c9bad61539481d" /><Relationship Type="http://schemas.openxmlformats.org/officeDocument/2006/relationships/notesMaster" Target="/ppt/notesMasters/notesMaster1.xml" Id="Rc74ed2c46b0a45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af33846ae947af" /><Relationship Type="http://schemas.openxmlformats.org/officeDocument/2006/relationships/notesMaster" Target="/ppt/notesMasters/notesMaster1.xml" Id="Re7a96a01a9e642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1297d5540c49d1" /><Relationship Type="http://schemas.openxmlformats.org/officeDocument/2006/relationships/notesMaster" Target="/ppt/notesMasters/notesMaster1.xml" Id="Rb500f984e5cb48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32972c36f3489f" /><Relationship Type="http://schemas.openxmlformats.org/officeDocument/2006/relationships/notesMaster" Target="/ppt/notesMasters/notesMaster1.xml" Id="R7f78165c2e964e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abb59ba98046f7" /><Relationship Type="http://schemas.openxmlformats.org/officeDocument/2006/relationships/notesMaster" Target="/ppt/notesMasters/notesMaster1.xml" Id="R087c1134aa684f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个人参赛项目，非官方产品。来源：原始任务手册任务二；仓库 README；results/full-96/summary.json。生成与模型复核均使用 Hy3。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来源：src 中的 Playwright runner、状态桥接接口、测试计划和私有检查规则。时间推进仅作用于已接入的游戏时钟，不承诺控制任意第三方游戏。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来源：GAME_CONTRACT、测试执行器、results/full-96 原始检查输出。当前 Hy3 复核输入为代码和结构化记录，没有提供截图，因此未实施模型视觉判定。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来源：datasets/game-tasks/manifest.json，版本 2026-09-12.3。参考用户给出的 106 条需求分布构造，非直接复制该原始数据集。摄像头类已归档，不进入本轮。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来源：scripts/run-codebuddy-batch.ts、judge-codebuddy-batch.ts、report-full-batch.ts；每题 generation.json、hy3-judgment.json。初始 Signal Memory 使用 IDE，其他题通过 CLI。工具权限中途从 Write 扩为 Read/Write/Edit，属于实验条件差异。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来源：results/full-96/summary.json，快照 2026-09-13T06:52:22.081Z。表中游戏通过要求其所有路径及重放均通过。原始冻结规则包含未处理误报，不能作为校正后的模型分数。基础设施故障排除在正确率分母外。另见 results/infra-recovery。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来源：results/full-96/summary.json 的 model_review。只统计模型给出布尔判断的场景，null 不进入分母。每场景一份判断，不重复计入三轮重放。模型可能推断未执行步骤，因此这不是人工确认的准确率。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来源：results/full-96/evidence/target-rush/result.json、game/styles.css、hy3-judgment.json。首错为第 0 步 START；隐藏遮罩仍显示并拦截点击。代码根因解释来自 Hy3 复核，尚未由人工确认。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来源：results/codebuddy-hy3-v4 中 Signal Memory 原始与诊断结果。只去掉题面未声明的 phase 名称断言，重算同一组记录，未修改游戏。诊断不是独立新实验，也不是人工抽检。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来源：datasets/game-tasks、results/full-96/human-review.json、任务手册任务二。当前 human_validation.completed=false，定位准确率和误报率未验证。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来源：仓库实际目录和手册交付要求。视频由用户负责，本 PPT 不包含视频制作结果。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443624b7f41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9443a6c4f74ec6" /><Relationship Type="http://schemas.openxmlformats.org/officeDocument/2006/relationships/slideLayout" Target="/ppt/slideLayouts/slideLayout1.xml" Id="R25f68d0745d94a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f68d0745d94a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dbc26862c415d" /><Relationship Type="http://schemas.openxmlformats.org/officeDocument/2006/relationships/notesSlide" Target="/ppt/notesSlides/notesSlide1.xml" Id="R489ae5f4ac4f45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47c383a6c415b" /><Relationship Type="http://schemas.openxmlformats.org/officeDocument/2006/relationships/notesSlide" Target="/ppt/notesSlides/notesSlide2.xml" Id="Rf4ae4d8eb6244f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db7d9a9304e17" /><Relationship Type="http://schemas.openxmlformats.org/officeDocument/2006/relationships/notesSlide" Target="/ppt/notesSlides/notesSlide3.xml" Id="R37d72c21978841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e52a58c62431a" /><Relationship Type="http://schemas.openxmlformats.org/officeDocument/2006/relationships/notesSlide" Target="/ppt/notesSlides/notesSlide4.xml" Id="R4f75c29b756546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b44e1c0324079" /><Relationship Type="http://schemas.openxmlformats.org/officeDocument/2006/relationships/notesSlide" Target="/ppt/notesSlides/notesSlide5.xml" Id="Rd410b1d3adcd41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2070f2c824b19" /><Relationship Type="http://schemas.openxmlformats.org/officeDocument/2006/relationships/notesSlide" Target="/ppt/notesSlides/notesSlide6.xml" Id="R8b4b82d1f78f46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a7ef103b4433e" /><Relationship Type="http://schemas.openxmlformats.org/officeDocument/2006/relationships/notesSlide" Target="/ppt/notesSlides/notesSlide7.xml" Id="R50dc512930f240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19c0da9bc4de8" /><Relationship Type="http://schemas.openxmlformats.org/officeDocument/2006/relationships/image" Target="/ppt/media/image.png" Id="R69d40921469c47a7" /><Relationship Type="http://schemas.openxmlformats.org/officeDocument/2006/relationships/notesSlide" Target="/ppt/notesSlides/notesSlide8.xml" Id="R06ecadf2b5594c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1d2218dd24ddf" /><Relationship Type="http://schemas.openxmlformats.org/officeDocument/2006/relationships/notesSlide" Target="/ppt/notesSlides/notesSlide9.xml" Id="R79804b20929648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248762e7e4b02" /><Relationship Type="http://schemas.openxmlformats.org/officeDocument/2006/relationships/notesSlide" Target="/ppt/notesSlides/notesSlide10.xml" Id="Rc3ad2bf0153a4b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45264defc42ae" /><Relationship Type="http://schemas.openxmlformats.org/officeDocument/2006/relationships/notesSlide" Target="/ppt/notesSlides/notesSlide11.xml" Id="Racaf79e3333043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05389F-8CCE-42E8-9ED5-0E2596B4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GameTestLab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1D038-45BB-48C3-A5B9-721DB33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3300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AI 生成游戏的过程评测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9F15F-E1A1-4064-A35A-C5FB2B1F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犀牛鸟开源实战任务二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5996C-32BE-48D0-ACD0-C5F1C683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阶段记录：83/96 题完成浏览器测试</a:t>
            </a:r>
          </a:p>
        </p:txBody>
      </p:sp>
    </p:spTree>
    <p:extLst>
      <p:ext uri="{BB962C8B-B14F-4D97-AF65-F5344CB8AC3E}">
        <p14:creationId xmlns:p14="http://schemas.microsoft.com/office/powerpoint/2010/main" val="500345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D172A-1309-4B5B-A9E2-BF3C74A8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一次操作之后，检查什么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109A4-ABA6-4BCB-A0B4-D82FC4C8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GameTestLab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B4B09-4D1D-4D03-A0DE-FA1CFCCD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9630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环节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检查内容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真实输入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Chromium 中点击、按键、触控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状态与事件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对象位置、生命、分数、胜负与事件顺序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时间推进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推进已接入的游戏时间，检查倒计时和延迟效果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结果判断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每步检查点和终局规则，记录最早可观察错误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E91E0-0710-48B3-8F02-0FE03A2F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状态探针读取游戏公开的测试接口，不能直接读取任意进程内存。</a:t>
            </a:r>
          </a:p>
        </p:txBody>
      </p:sp>
    </p:spTree>
    <p:extLst>
      <p:ext uri="{BB962C8B-B14F-4D97-AF65-F5344CB8AC3E}">
        <p14:creationId xmlns:p14="http://schemas.microsoft.com/office/powerpoint/2010/main" val="2101937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C1B7E-8759-4A19-98F8-5F207F52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分层检查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74185-9B08-447E-9481-FCB8202C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GameTestLab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0393C-0840-46AB-86FD-CBA014BB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095750"/>
                <a:gridCol w="459105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级别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检查目标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本次证据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L1 运行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页面与输入是否正常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报错、点击拦截、接口缺失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L2 逻辑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操作效果是否符合规则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状态变化、事件、通关与重开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L3 界面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可见信息是否一致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HUD 断言与截图留存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0E412-9A6E-4EDA-8F83-31623EE0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当前未接入截图模型判分，不能把截图留存等同于视觉评测通过。</a:t>
            </a:r>
          </a:p>
        </p:txBody>
      </p:sp>
    </p:spTree>
    <p:extLst>
      <p:ext uri="{BB962C8B-B14F-4D97-AF65-F5344CB8AC3E}">
        <p14:creationId xmlns:p14="http://schemas.microsoft.com/office/powerpoint/2010/main" val="20646422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55DC9-1698-4AA5-8A85-FB89F154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96 个游戏任务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2E6F4-DC93-4F63-84EE-E5D8E8B7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GameTestLab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A9B16-8283-43B0-BF1C-DD616DC0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428750"/>
                <a:gridCol w="4095750"/>
                <a:gridCol w="144780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玩法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题数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玩法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题数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动作 / 竞技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养成 / 经营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益智 / 解谜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教育 / 剧情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创意 / 交互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总计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96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7F50F-0844-4715-B34E-F71CD832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A6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7A66"/>
                </a:solidFill>
                <a:latin typeface="PingFang SC"/>
                <a:ea typeface="PingFang SC"/>
                <a:cs typeface="PingFang SC"/>
              </a:rPr>
              <a:t>基础 12 题       中等 57 题       较难 27 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57290-EDDD-49F0-85AC-E91C5644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保留 DOM、Canvas 和 3D。排除摄像头、视频理解类任务。</a:t>
            </a:r>
          </a:p>
        </p:txBody>
      </p:sp>
    </p:spTree>
    <p:extLst>
      <p:ext uri="{BB962C8B-B14F-4D97-AF65-F5344CB8AC3E}">
        <p14:creationId xmlns:p14="http://schemas.microsoft.com/office/powerpoint/2010/main" val="10153732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321D8-4E65-45F8-860D-B3872D22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生成、执行与混元复核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870E2-1F9D-4A5C-942D-D2747227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GameTestLab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36FAC-6860-4E92-A07B-C7207EE6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92519-5F74-4640-B1E6-B9304D0D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1   冻结题面、测试路径、检查规则和输入哈希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80132-E145-46CF-95A6-9519F6B5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2   Hy3 生成游戏，生成端不读取私有检查规则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B6069-25D6-4B9F-A478-6CAD1C18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3   Playwright 执行固定路径，每条路径重放三次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F63BE-8B02-466C-96C4-EBCC0D60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4   Hy3 阅读代码与操作记录，复核缺陷和规则误报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ED616-4D7A-452D-B439-238BDF7F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失败产物同样保留。三次重放检验复现性，不增加独立游戏样本数。</a:t>
            </a:r>
          </a:p>
        </p:txBody>
      </p:sp>
    </p:spTree>
    <p:extLst>
      <p:ext uri="{BB962C8B-B14F-4D97-AF65-F5344CB8AC3E}">
        <p14:creationId xmlns:p14="http://schemas.microsoft.com/office/powerpoint/2010/main" val="11902899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BD585-9C5E-422B-9D46-48F17042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首轮测试与原始结果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65ED8-05F6-45BD-9DCC-FEEA72A7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GameTestLab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39DAB-A4DC-4E6C-875B-55A6ED38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0B82C-D2DC-4CAD-8773-BE9C2F97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A6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7A66"/>
                </a:solidFill>
                <a:latin typeface="PingFang SC"/>
                <a:ea typeface="PingFang SC"/>
                <a:cs typeface="PingFang SC"/>
              </a:rPr>
              <a:t>首轮 80/96 题完成测试，结果含未校正的规则误报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09800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857500"/>
                <a:gridCol w="2914650"/>
                <a:gridCol w="291465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难度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可评分游戏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终局全通过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过程全通过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2/7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2/7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2/51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2/51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22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1/22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1/22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58058-34FD-4B6C-865A-68633AAD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首轮中断 16 题。补跑 4 题中 3 题完成测试，原分数不覆盖。</a:t>
            </a:r>
          </a:p>
        </p:txBody>
      </p:sp>
    </p:spTree>
    <p:extLst>
      <p:ext uri="{BB962C8B-B14F-4D97-AF65-F5344CB8AC3E}">
        <p14:creationId xmlns:p14="http://schemas.microsoft.com/office/powerpoint/2010/main" val="1300780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A852A-4CFB-479B-B111-BC8B0D3D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混元对操作记录的复核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88AAE-056F-4105-98CF-5C2DD2E0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GameTestLab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0A95F-93F4-4363-8129-B21D618B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难度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终局正确 / 可判断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过程正确 / 可判断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 / 22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 / 22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137 / 155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131 / 155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55 / 66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54 / 67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76831-A14B-49D2-A1E0-CE0CD60B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7A66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7A66"/>
                </a:solidFill>
                <a:latin typeface="PingFang SC"/>
                <a:ea typeface="PingFang SC"/>
                <a:cs typeface="PingFang SC"/>
              </a:rPr>
              <a:t>与原始过程判定有 154 处不一致，均保留证据供复查。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ED331-93CE-4E97-95A5-C1A9A03E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此页单位为场景。模型也会误判，这些数字不是人审后的准确率。</a:t>
            </a:r>
          </a:p>
        </p:txBody>
      </p:sp>
    </p:spTree>
    <p:extLst>
      <p:ext uri="{BB962C8B-B14F-4D97-AF65-F5344CB8AC3E}">
        <p14:creationId xmlns:p14="http://schemas.microsoft.com/office/powerpoint/2010/main" val="13258720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4D00E-FE89-4196-8749-1EDDBCAD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真实缺陷：开始按钮无法点击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5E5BF-0828-4708-A566-33B3B3D8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GameTestLab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BD6DD-82BE-425C-9EE6-F47E13E0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40921469c47a7"/>
          <a:stretch xmlns:a="http://schemas.openxmlformats.org/drawingml/2006/main"/>
        </p:blipFill>
        <p:spPr>
          <a:xfrm xmlns:a="http://schemas.openxmlformats.org/drawingml/2006/main">
            <a:off x="1260475" y="1590675"/>
            <a:ext cx="5461000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2F4EC-5AB1-407E-AB61-FE63F646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14500"/>
            <a:ext cx="3781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Target Rush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57329-309A-4B26-AB35-E9E73872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438400"/>
            <a:ext cx="37814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第 0 步点击开始超时</a:t>
            </a:r>
          </a:p>
          <a:p xmlns:a="http://schemas.openxmlformats.org/drawingml/2006/main">
            <a:pPr>
              <a:defRPr sz="2100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游戏仍停留在菜单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B06D3-7212-4DD7-8576-DF9EEA65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657600"/>
            <a:ext cx="378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CSS 的 display: flex</a:t>
            </a:r>
          </a:p>
          <a:p xmlns:a="http://schemas.openxmlformats.org/drawingml/2006/main">
            <a:pPr>
              <a:defRPr sz="2100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覆盖 hidden 的隐藏效果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D5DCD-24FB-4CC4-AA54-1D754589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057775"/>
            <a:ext cx="3781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7A66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47A66"/>
                </a:solidFill>
                <a:latin typeface="PingFang SC"/>
                <a:ea typeface="PingFang SC"/>
                <a:cs typeface="PingFang SC"/>
              </a:rPr>
              <a:t>原始记录与混元复核一致</a:t>
            </a:r>
          </a:p>
        </p:txBody>
      </p:sp>
    </p:spTree>
    <p:extLst>
      <p:ext uri="{BB962C8B-B14F-4D97-AF65-F5344CB8AC3E}">
        <p14:creationId xmlns:p14="http://schemas.microsoft.com/office/powerpoint/2010/main" val="10747311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4E6E8-E1BA-4FA9-9AB5-86307BF3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规则误报：内部状态名称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83301-E00D-408C-A874-A1F78B54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GameTestLab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1B35A-A9D7-4249-A72C-C20B0C8B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E5BFA-0A9D-4E70-A610-42A4659F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Signal Memory 的公开需求没有规定 phase 的具体字符串。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724150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1905000"/>
                <a:gridCol w="430530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检查方式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通过次数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含义</a:t>
                      </a:r>
                    </a:p>
                  </a:txBody>
                  <a:tcPr marL="152400" marR="114300" marT="114300" marB="114300">
                    <a:solidFill>
                      <a:srgbClr val="E4EEE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原始冻结规则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/ 12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把内部名称不一致计为失败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去掉未声明名称约束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 / 12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02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对同一组观察记录做诊断重算</a:t>
                      </a:r>
                    </a:p>
                  </a:txBody>
                  <a:tcPr marL="152400" marR="114300" marT="114300" marB="114300">
                    <a:solidFill>
                      <a:srgbClr val="FAFB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CD652-7CB1-4F45-8A58-779FC2A6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两份结果分别保留。混元复核也需要人审，不能直接当作标准答案。</a:t>
            </a:r>
          </a:p>
        </p:txBody>
      </p:sp>
    </p:spTree>
    <p:extLst>
      <p:ext uri="{BB962C8B-B14F-4D97-AF65-F5344CB8AC3E}">
        <p14:creationId xmlns:p14="http://schemas.microsoft.com/office/powerpoint/2010/main" val="1220376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22227-9E85-4966-BD7B-8898EFB4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覆盖范围与未完成验证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43485-173B-450D-B2E4-519B32A6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GameTestLab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B8EAD-437A-46F0-AED9-0DE5AB21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84FE6-9CD6-4EAA-9308-3F28A9F3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固定路径只能证明已走过的操作，不能证明全部玩法正确。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64189-E46F-47B9-8443-9FD3BF17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部分题目采用简化的分阶段操作，仍需增加真实物理与长路径检查。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CD9E2-B5F1-4914-8227-51248E62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首错位置已有自动记录，定位准确率和误报率仍需真人抽检。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E7243-D9A0-48C2-90C2-3CE960B2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混元限流中断剩余任务。目前测试 83/96，带浏览器证据的复核 83/96。</a:t>
            </a:r>
          </a:p>
        </p:txBody>
      </p:sp>
    </p:spTree>
    <p:extLst>
      <p:ext uri="{BB962C8B-B14F-4D97-AF65-F5344CB8AC3E}">
        <p14:creationId xmlns:p14="http://schemas.microsoft.com/office/powerpoint/2010/main" val="18551897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DD2CE-2E8D-4EA4-80F0-32D34DAC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提交材料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A3918-BF72-4640-8AD4-5B9E7969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GameTestLab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67250-9007-4208-AC81-615B2B41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561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68603-1139-4129-9464-5D9FA4D9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代码与运行说明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7A8C7-7A7A-46BE-90E4-32EA9E69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题目、测试脚本、逐步证据与混元复核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7A1EA-F262-47E3-946F-05B87F60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结果汇总与待填写的人审记录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3897D-F81C-4FC0-84EB-72AC71D8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02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302F"/>
                </a:solidFill>
                <a:latin typeface="PingFang SC"/>
                <a:ea typeface="PingFang SC"/>
                <a:cs typeface="PingFang SC"/>
              </a:rPr>
              <a:t>演示视频由参赛者制作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E3D78-CEF8-4E82-9A73-27CDE91C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7A6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47A66"/>
                </a:solidFill>
                <a:latin typeface="PingFang SC"/>
                <a:ea typeface="PingFang SC"/>
                <a:cs typeface="PingFang SC"/>
              </a:rPr>
              <a:t>github.com/yu-xin-c/hy3-game-test-lab</a:t>
            </a:r>
          </a:p>
        </p:txBody>
      </p:sp>
    </p:spTree>
    <p:extLst>
      <p:ext uri="{BB962C8B-B14F-4D97-AF65-F5344CB8AC3E}">
        <p14:creationId xmlns:p14="http://schemas.microsoft.com/office/powerpoint/2010/main" val="4043226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2026-09-13T06:53:57.2200000Z</dcterms:created>
  <dcterms:modified xsi:type="dcterms:W3CDTF">2026-09-13T06:53:57.2200000Z</dcterms:modified>
</coreProperties>
</file>