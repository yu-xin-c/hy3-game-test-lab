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153b6044e74bcc" /><Relationship Type="http://schemas.openxmlformats.org/officeDocument/2006/relationships/extended-properties" Target="/docProps/app.xml" Id="Rc200c4f5af5e4653" /><Relationship Type="http://schemas.openxmlformats.org/officeDocument/2006/relationships/officeDocument" Target="/ppt/presentation.xml" Id="R5438c7bf3a3a4c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cc1281a87846a5"/>
  </p:sldMasterIdLst>
  <p:notesMasterIdLst>
    <p:notesMasterId xmlns:r="http://schemas.openxmlformats.org/officeDocument/2006/relationships" r:id="R18ea18fa47634378"/>
  </p:notesMasterIdLst>
  <p:sldIdLst>
    <p:sldId xmlns:r="http://schemas.openxmlformats.org/officeDocument/2006/relationships" id="256" r:id="Rdd856b3745a4446a"/>
    <p:sldId xmlns:r="http://schemas.openxmlformats.org/officeDocument/2006/relationships" id="257" r:id="Ree33509dc5a94d54"/>
    <p:sldId xmlns:r="http://schemas.openxmlformats.org/officeDocument/2006/relationships" id="258" r:id="R6fed4cfbb8904d4b"/>
    <p:sldId xmlns:r="http://schemas.openxmlformats.org/officeDocument/2006/relationships" id="259" r:id="R462f46f7d03640f2"/>
    <p:sldId xmlns:r="http://schemas.openxmlformats.org/officeDocument/2006/relationships" id="260" r:id="Rb140d3dae42442ab"/>
    <p:sldId xmlns:r="http://schemas.openxmlformats.org/officeDocument/2006/relationships" id="261" r:id="R7587af12431a4f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dafb05a17645cb" /><Relationship Type="http://schemas.openxmlformats.org/officeDocument/2006/relationships/slideMaster" Target="/ppt/slideMasters/slideMaster1.xml" Id="R24cc1281a87846a5" /><Relationship Type="http://schemas.openxmlformats.org/officeDocument/2006/relationships/notesMaster" Target="/ppt/notesMasters/notesMaster1.xml" Id="R18ea18fa47634378" /><Relationship Type="http://schemas.openxmlformats.org/officeDocument/2006/relationships/presProps" Target="/ppt/presProps.xml" Id="R10544cf07e38496b" /><Relationship Type="http://schemas.openxmlformats.org/officeDocument/2006/relationships/tableStyles" Target="/ppt/tableStyles.xml" Id="R445f5eaba728476f" /><Relationship Type="http://schemas.openxmlformats.org/officeDocument/2006/relationships/slide" Target="/ppt/slides/slide1.xml" Id="Rdd856b3745a4446a" /><Relationship Type="http://schemas.openxmlformats.org/officeDocument/2006/relationships/slide" Target="/ppt/slides/slide2.xml" Id="Ree33509dc5a94d54" /><Relationship Type="http://schemas.openxmlformats.org/officeDocument/2006/relationships/slide" Target="/ppt/slides/slide3.xml" Id="R6fed4cfbb8904d4b" /><Relationship Type="http://schemas.openxmlformats.org/officeDocument/2006/relationships/slide" Target="/ppt/slides/slide4.xml" Id="R462f46f7d03640f2" /><Relationship Type="http://schemas.openxmlformats.org/officeDocument/2006/relationships/slide" Target="/ppt/slides/slide5.xml" Id="Rb140d3dae42442ab" /><Relationship Type="http://schemas.openxmlformats.org/officeDocument/2006/relationships/slide" Target="/ppt/slides/slide6.xml" Id="R7587af12431a4f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43e24f7b3d4d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288a06e9bb47bc" /><Relationship Type="http://schemas.openxmlformats.org/officeDocument/2006/relationships/notesMaster" Target="/ppt/notesMasters/notesMaster1.xml" Id="R7a1c32f74d664ba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dd702f11644d27" /><Relationship Type="http://schemas.openxmlformats.org/officeDocument/2006/relationships/notesMaster" Target="/ppt/notesMasters/notesMaster1.xml" Id="R69eb1a9fbf224a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baa35b7f8344bb" /><Relationship Type="http://schemas.openxmlformats.org/officeDocument/2006/relationships/notesMaster" Target="/ppt/notesMasters/notesMaster1.xml" Id="Rde4e2a3ea78d4b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a2eb20e1b34644" /><Relationship Type="http://schemas.openxmlformats.org/officeDocument/2006/relationships/notesMaster" Target="/ppt/notesMasters/notesMaster1.xml" Id="Rfc1aa45eb4064b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791bc5e4a447ca" /><Relationship Type="http://schemas.openxmlformats.org/officeDocument/2006/relationships/notesMaster" Target="/ppt/notesMasters/notesMaster1.xml" Id="R47bdde2e4d1e4a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1e1c860ee24d9f" /><Relationship Type="http://schemas.openxmlformats.org/officeDocument/2006/relationships/notesMaster" Target="/ppt/notesMasters/notesMaster1.xml" Id="R2d107beebf1140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来源：任务手册任务二、results/consolidated/summary.json。96 为按题目去重后，完成生成、浏览器测试且经 Hy3 复核的游戏数量。截图：Maze Collector 原始浏览器记录。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来源：运行器、状态桥接接口、测试计划和私有检查规则。生成与模型复核均使用 Hy3。生成端不读取私有规则。时间推进仅覆盖已接入时钟的游戏。状态探针读取测试接口，不能读任意进程内存。每条固定路径重放三次。当前 L3 只含 HUD 断言和截图，未进行模型视觉评分。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来源：datasets/game-tasks/manifest.json、results/consolidated/summary.json，题集版本 2026-09-12.3。参考用户提供的 106 条需求玩法分布构造，不直接复制原数据。全体难度分布 D1 12、D2 57、D3 27。首轮80题、基础设施补跑3题、限流后补跑13题，按最新有效结果去重。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results/consolidated/summary.json。96题按最新有效结果去重。原始过程全路径通过5/96，要求该游戏所有场景和三次重放均通过；原始过程检查通过156/876次。Hy3过程判断235/289、终局判断244/288，仅统计布尔可判断场景，不重复计入三次重放。原始与模型过程判断185个场景不一致。模型非人工真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来源：results/full-96/evidence/target-rush/result.json、game/styles.css、hy3-judgment.json；results/codebuddy-hy3-v4 的 Signal Memory 原始和诊断记录。Target Rush 第0步 START 点击超时，遮罩拦截。CSS解释来自代码与Hy3复核，未做独立人工抽检。Signal Memory仅移除公开需求未规定的phase名称断言，对同一组记录重算，游戏未改，诊断不是新实验或人工真值。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docs/full-run-status.md、results/consolidated/summary.json、results/consolidated/human-review.json、任务手册任务二。96/96已生成、浏览器测试且复核；人审0，定位准确率与误报率未验证。部分游戏采用简化分阶段操作，不能证明复杂物理及完整玩法。视频由参赛者制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8a02b82f4d4b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464c33112a47f8" /><Relationship Type="http://schemas.openxmlformats.org/officeDocument/2006/relationships/slideLayout" Target="/ppt/slideLayouts/slideLayout1.xml" Id="Rb1e9f8a933ad4b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e9f8a933ad4b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cb3c77c724065" /><Relationship Type="http://schemas.openxmlformats.org/officeDocument/2006/relationships/image" Target="/ppt/media/image.png" Id="R47695b72c69a42e5" /><Relationship Type="http://schemas.openxmlformats.org/officeDocument/2006/relationships/notesSlide" Target="/ppt/notesSlides/notesSlide1.xml" Id="R0db2ff5a5b6e47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ba57ed689142dd" /><Relationship Type="http://schemas.openxmlformats.org/officeDocument/2006/relationships/notesSlide" Target="/ppt/notesSlides/notesSlide2.xml" Id="R4bd2b95a9e3a48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2c973d0634548" /><Relationship Type="http://schemas.openxmlformats.org/officeDocument/2006/relationships/notesSlide" Target="/ppt/notesSlides/notesSlide3.xml" Id="R3b8beba63d854f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e3a8354d0e4920" /><Relationship Type="http://schemas.openxmlformats.org/officeDocument/2006/relationships/notesSlide" Target="/ppt/notesSlides/notesSlide4.xml" Id="Rbe0899f0642c48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6bb860deb74619" /><Relationship Type="http://schemas.openxmlformats.org/officeDocument/2006/relationships/image" Target="/ppt/media/image2.png" Id="R79f7efcd85954a48" /><Relationship Type="http://schemas.openxmlformats.org/officeDocument/2006/relationships/notesSlide" Target="/ppt/notesSlides/notesSlide5.xml" Id="R0c135fc8dd154a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cec8e83714139" /><Relationship Type="http://schemas.openxmlformats.org/officeDocument/2006/relationships/notesSlide" Target="/ppt/notesSlides/notesSlide6.xml" Id="Rec1f72df1cc44a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923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D0F0CF-EC6B-4E3B-A808-F4DE4240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BDE5A4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5A4"/>
                </a:solidFill>
                <a:latin typeface="PingFang SC"/>
                <a:ea typeface="PingFang SC"/>
                <a:cs typeface="PingFang SC"/>
              </a:rPr>
              <a:t>GAME TEST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DAFC71-928A-48F8-BA8E-4F08DD2B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436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DE5A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BDE5A4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7C458-8B0D-4363-8886-DF1DCCBB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7F6EE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7F6EE"/>
                </a:solidFill>
                <a:latin typeface="PingFang SC"/>
                <a:ea typeface="PingFang SC"/>
                <a:cs typeface="PingFang SC"/>
              </a:rPr>
              <a:t>GameTestLab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7E4017-30A0-4F0E-B06D-3557BEC9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43200"/>
            <a:ext cx="5619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F7F6EE"/>
                </a:solidFill>
                <a:latin typeface="PingFang SC"/>
                <a:ea typeface="PingFang SC"/>
                <a:cs typeface="PingFang SC"/>
              </a:defRPr>
            </a:pPr>
            <a:r>
              <a:rPr sz="3300" b="0">
                <a:solidFill>
                  <a:srgbClr val="F7F6EE"/>
                </a:solidFill>
                <a:latin typeface="PingFang SC"/>
                <a:ea typeface="PingFang SC"/>
                <a:cs typeface="PingFang SC"/>
              </a:rPr>
              <a:t>AI 生成游戏的</a:t>
            </a:r>
          </a:p>
          <a:p xmlns:a="http://schemas.openxmlformats.org/drawingml/2006/main">
            <a:pPr>
              <a:defRPr sz="3300" b="0">
                <a:solidFill>
                  <a:srgbClr val="F7F6EE"/>
                </a:solidFill>
                <a:latin typeface="PingFang SC"/>
                <a:ea typeface="PingFang SC"/>
                <a:cs typeface="PingFang SC"/>
              </a:defRPr>
            </a:pPr>
            <a:r>
              <a:rPr sz="3300" b="0">
                <a:solidFill>
                  <a:srgbClr val="F7F6EE"/>
                </a:solidFill>
                <a:latin typeface="PingFang SC"/>
                <a:ea typeface="PingFang SC"/>
                <a:cs typeface="PingFang SC"/>
              </a:rPr>
              <a:t>过程评测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81CD1-3E16-4499-B822-E0ECF7E3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571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DE5A4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BDE5A4"/>
                </a:solidFill>
                <a:latin typeface="PingFang SC"/>
                <a:ea typeface="PingFang SC"/>
                <a:cs typeface="PingFang SC"/>
              </a:rPr>
              <a:t>犀牛鸟开源实战任务二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E191BA-4EE0-448E-A105-FFD5FDE3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00675"/>
            <a:ext cx="571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AAB8B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AAB8BD"/>
                </a:solidFill>
                <a:latin typeface="PingFang SC"/>
                <a:ea typeface="PingFang SC"/>
                <a:cs typeface="PingFang SC"/>
              </a:rPr>
              <a:t>完整评测    2026.09.14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695b72c69a42e5"/>
          <a:stretch xmlns:a="http://schemas.openxmlformats.org/drawingml/2006/main"/>
        </p:blipFill>
        <p:spPr>
          <a:xfrm xmlns:a="http://schemas.openxmlformats.org/drawingml/2006/main">
            <a:off x="6724650" y="1402556"/>
            <a:ext cx="4857750" cy="364331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88A36-A84B-49C5-AC52-7A89AD34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2197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BDE5A4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BDE5A4"/>
                </a:solidFill>
                <a:latin typeface="PingFang SC"/>
                <a:ea typeface="PingFang SC"/>
                <a:cs typeface="PingFang SC"/>
              </a:rPr>
              <a:t>96 / 96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8E2DC3-B51F-4B65-8798-6B75F9B7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8483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7F6EE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F7F6EE"/>
                </a:solidFill>
                <a:latin typeface="PingFang SC"/>
                <a:ea typeface="PingFang SC"/>
                <a:cs typeface="PingFang SC"/>
              </a:rPr>
              <a:t>题完成测试与混元复核</a:t>
            </a:r>
          </a:p>
        </p:txBody>
      </p:sp>
    </p:spTree>
    <p:extLst>
      <p:ext uri="{BB962C8B-B14F-4D97-AF65-F5344CB8AC3E}">
        <p14:creationId xmlns:p14="http://schemas.microsoft.com/office/powerpoint/2010/main" val="20982604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B5DD2A-C69B-475C-8435-1CEF5A17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GAME TEST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163186-CAF4-4631-9D7E-BBB8EE7B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一次操作，如何判断对错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2A6141-8193-49F4-8E5A-3C6E1F7C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436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CFE43C-469B-4246-A19F-AD9CD6DB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FC87D4-1EE2-4585-8962-8A80719E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619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混元生成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70E544-27D1-4D2D-9A71-1E435ED7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26193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按公开需求生成游戏</a:t>
            </a:r>
          </a:p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保留代码与生成记录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34FCFD-BC7B-4E13-BAA3-50427503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971675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A6765F-027B-4388-99EC-05BD271A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781300"/>
            <a:ext cx="2619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浏览器操作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4D5990-8E84-4CC1-9BA5-474E3DD6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438525"/>
            <a:ext cx="26193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Playwright 真实输入</a:t>
            </a:r>
          </a:p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固定路径重放三次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72526-1AE9-4C9E-878F-2D4AA9A1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71675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F10D4E-233C-4202-9034-D29E17BF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81300"/>
            <a:ext cx="2619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逐步取证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37171B-F2F0-4883-82C0-42E05FF5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38525"/>
            <a:ext cx="26193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读取对象状态与事件</a:t>
            </a:r>
          </a:p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推进已接入的游戏时钟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6E94F7-4C0D-499E-B981-0A659F51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47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F1E27-95DF-4D0B-9D02-1382459F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81300"/>
            <a:ext cx="2619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判断与复核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EF82AD-5310-45E7-981B-1194DC40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438525"/>
            <a:ext cx="26193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检查点与终局规则</a:t>
            </a:r>
          </a:p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混元复核代码和记录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86237F-502F-4954-8184-1128BFFC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L1  运行与输入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F6BBDF-2C71-41A7-97C3-F4729C25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9815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L2  状态与逻辑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790E6F-4842-464A-A490-F6E6BD5D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815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L3  HUD 与截图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F789A8-3794-4DEB-8B47-925A05E2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810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保存最早可观察错误。当前尚未进行截图模型评分。</a:t>
            </a:r>
          </a:p>
        </p:txBody>
      </p:sp>
    </p:spTree>
    <p:extLst>
      <p:ext uri="{BB962C8B-B14F-4D97-AF65-F5344CB8AC3E}">
        <p14:creationId xmlns:p14="http://schemas.microsoft.com/office/powerpoint/2010/main" val="10774277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E07527-689D-44F5-8319-CC1646B8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GAME TEST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C3FA3-F8FB-4E8A-91A2-0EE26969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96 个游戏任务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117DF-09B8-4DE0-8CDF-2E658709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436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933575"/>
          <a:ext xmlns:a="http://schemas.openxmlformats.org/drawingml/2006/main" cx="588645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67250"/>
                <a:gridCol w="1219200"/>
              </a:tblGrid>
              <a:tr h="5810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3775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玩法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3775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题数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92C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动作 / 竞技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92C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31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92C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益智 / 解谜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92C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26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92C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养成 / 经营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92C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16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92C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创意 / 交互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92C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13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92C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教育 / 剧情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92C29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</a:t>
                      </a:r>
                    </a:p>
                  </a:txBody>
                  <a:tcPr marL="0" marR="95250" marT="95250" marB="95250">
                    <a:solidFill>
                      <a:srgbClr val="F6F5E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D585FF-89FE-4992-AB8C-82D4FA67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81200"/>
            <a:ext cx="25241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7200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981B8-E5F6-458F-A120-0FF48801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57550"/>
            <a:ext cx="333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题已完成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4C618-9B1E-4175-9FCA-5F33D9E1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971925"/>
            <a:ext cx="40481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876 次浏览器路径</a:t>
            </a:r>
          </a:p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292 个混元复核场景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AF56A-6350-4D26-928C-79DCF39A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647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基础 12     中等 57     较难 27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F0D87B-5A66-43FC-BDC3-8936F338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571500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不含摄像头、视频理解类游戏</a:t>
            </a:r>
          </a:p>
        </p:txBody>
      </p:sp>
    </p:spTree>
    <p:extLst>
      <p:ext uri="{BB962C8B-B14F-4D97-AF65-F5344CB8AC3E}">
        <p14:creationId xmlns:p14="http://schemas.microsoft.com/office/powerpoint/2010/main" val="1945242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6983F3-A9C1-44D8-BAA4-DC6250BE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GAME TEST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CB9F47-24B3-43B9-A65C-F144EF10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结果还需要人工校正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63C42B-2C62-4747-ACB0-07292FDD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436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57A661-072C-45A4-8E19-D74B5446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去重后的 96 个游戏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824C47-1E37-46D5-974B-FC3BF33C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4572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540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5 / 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D7C45-47B4-48A3-A8A2-1A535A0EB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695700"/>
            <a:ext cx="4905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原始规则：所有路径过程通过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14CDF8-3971-46BF-A933-8962126E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305300"/>
            <a:ext cx="4905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单位为游戏；单次过程检查 156 / 876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AADC48-70D5-4AEE-A67F-70896439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28900"/>
            <a:ext cx="5143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5400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235 / 289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D1146C-58F9-4B88-96BB-FCE09AC4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695700"/>
            <a:ext cx="5095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混元复核：过程判断为正确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C3C9D4-E50C-4ACC-B17C-B99C142F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305300"/>
            <a:ext cx="5095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单位为可判断场景，不能当作人工准确率</a:t>
            </a:r>
          </a:p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终局判断正确 244 / 288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1CE9F-E28F-42CD-9E67-F8BB4914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185 个场景的过程判定不一致，证据已保留，尚待人审。</a:t>
            </a:r>
          </a:p>
        </p:txBody>
      </p:sp>
    </p:spTree>
    <p:extLst>
      <p:ext uri="{BB962C8B-B14F-4D97-AF65-F5344CB8AC3E}">
        <p14:creationId xmlns:p14="http://schemas.microsoft.com/office/powerpoint/2010/main" val="19067554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4DCCCA-4BC9-4CA9-AC57-5072929C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GAME TEST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D63308-680F-4DF3-BA34-EB0C792D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真实缺陷与规则误报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AFBCD-5DC2-4B7C-B960-F56BCA3F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436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f7efcd85954a48"/>
          <a:stretch xmlns:a="http://schemas.openxmlformats.org/drawingml/2006/main"/>
        </p:blipFill>
        <p:spPr>
          <a:xfrm xmlns:a="http://schemas.openxmlformats.org/drawingml/2006/main">
            <a:off x="609600" y="1971675"/>
            <a:ext cx="5372100" cy="40290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86C15E-1B79-48CC-909F-5800EE73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502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Target Rush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365ED1-DA8F-4D4C-943F-5FD1A884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33650"/>
            <a:ext cx="5029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第 0 步：开始按钮被遮罩拦截</a:t>
            </a:r>
          </a:p>
          <a:p xmlns:a="http://schemas.openxmlformats.org/drawingml/2006/main">
            <a:pPr>
              <a:defRPr sz="1950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950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点击超时，游戏仍停在菜单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0C652-0644-4951-BB07-B32767ED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81425"/>
            <a:ext cx="5029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92C29"/>
                </a:solidFill>
                <a:latin typeface="PingFang SC"/>
                <a:ea typeface="PingFang SC"/>
                <a:cs typeface="PingFang SC"/>
              </a:rPr>
              <a:t>Signal Memory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E1F13-D7E8-48A8-AD68-87A95E8B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81500"/>
            <a:ext cx="5029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3775F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23775F"/>
                </a:solidFill>
                <a:latin typeface="PingFang SC"/>
                <a:ea typeface="PingFang SC"/>
                <a:cs typeface="PingFang SC"/>
              </a:rPr>
              <a:t>原始 3 / 12     诊断 12 / 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0AFEB1-71E5-4DD2-A02C-8F99FF53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57775"/>
            <a:ext cx="5029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移除题面未规定的状态名称断言</a:t>
            </a:r>
          </a:p>
          <a:p xmlns:a="http://schemas.openxmlformats.org/drawingml/2006/main">
            <a:pPr>
              <a:def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4746C"/>
                </a:solidFill>
                <a:latin typeface="PingFang SC"/>
                <a:ea typeface="PingFang SC"/>
                <a:cs typeface="PingFang SC"/>
              </a:rPr>
              <a:t>同一组记录重算，未修改游戏</a:t>
            </a:r>
          </a:p>
        </p:txBody>
      </p:sp>
    </p:spTree>
    <p:extLst>
      <p:ext uri="{BB962C8B-B14F-4D97-AF65-F5344CB8AC3E}">
        <p14:creationId xmlns:p14="http://schemas.microsoft.com/office/powerpoint/2010/main" val="9941661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923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06C65-6E61-4B1C-B1DB-BE729841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BDE5A4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BDE5A4"/>
                </a:solidFill>
                <a:latin typeface="PingFang SC"/>
                <a:ea typeface="PingFang SC"/>
                <a:cs typeface="PingFang SC"/>
              </a:rPr>
              <a:t>GAME TEST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7B1D5E-254D-4680-AF5B-DE9692EC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95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7F6EE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7F6EE"/>
                </a:solidFill>
                <a:latin typeface="PingFang SC"/>
                <a:ea typeface="PingFang SC"/>
                <a:cs typeface="PingFang SC"/>
              </a:rPr>
              <a:t>96 题已跑完，下一步人工抽检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E6FAD6-9893-402B-B77A-10B697CE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436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DE5A4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BDE5A4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9A884D-5CB2-4C5D-9D22-8E9BE234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BDE5A4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BDE5A4"/>
                </a:solidFill>
                <a:latin typeface="PingFang SC"/>
                <a:ea typeface="PingFang SC"/>
                <a:cs typeface="PingFang SC"/>
              </a:rPr>
              <a:t>已完成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9A8C8-D184-4C87-B7DF-5C142CC6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152650"/>
            <a:ext cx="7867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7F6EE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F7F6EE"/>
                </a:solidFill>
                <a:latin typeface="PingFang SC"/>
                <a:ea typeface="PingFang SC"/>
                <a:cs typeface="PingFang SC"/>
              </a:rPr>
              <a:t>96 题混元生成、876 次浏览器运行</a:t>
            </a:r>
          </a:p>
          <a:p xmlns:a="http://schemas.openxmlformats.org/drawingml/2006/main">
            <a:pPr>
              <a:defRPr sz="2250" b="0">
                <a:solidFill>
                  <a:srgbClr val="F7F6EE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F7F6EE"/>
                </a:solidFill>
                <a:latin typeface="PingFang SC"/>
                <a:ea typeface="PingFang SC"/>
                <a:cs typeface="PingFang SC"/>
              </a:rPr>
              <a:t>292 个场景经混元复核，证据已归档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806D5E-8DCE-4D36-8CDD-3FAB7F0A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BDE5A4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BDE5A4"/>
                </a:solidFill>
                <a:latin typeface="PingFang SC"/>
                <a:ea typeface="PingFang SC"/>
                <a:cs typeface="PingFang SC"/>
              </a:rPr>
              <a:t>还需完成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F02A33-69C0-444C-8A2B-B4E0D39F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71875"/>
            <a:ext cx="7867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7F6EE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F7F6EE"/>
                </a:solidFill>
                <a:latin typeface="PingFang SC"/>
                <a:ea typeface="PingFang SC"/>
                <a:cs typeface="PingFang SC"/>
              </a:rPr>
              <a:t>人工核查误报与首错位置</a:t>
            </a:r>
          </a:p>
          <a:p xmlns:a="http://schemas.openxmlformats.org/drawingml/2006/main">
            <a:pPr>
              <a:defRPr sz="2250" b="0">
                <a:solidFill>
                  <a:srgbClr val="F7F6EE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F7F6EE"/>
                </a:solidFill>
                <a:latin typeface="PingFang SC"/>
                <a:ea typeface="PingFang SC"/>
                <a:cs typeface="PingFang SC"/>
              </a:rPr>
              <a:t>补充真实物理和更长的游戏路径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DA22FE-E931-4E17-A3C9-05D596DC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C3C4"/>
                </a:solidFill>
                <a:latin typeface="PingFang SC"/>
                <a:ea typeface="PingFang SC"/>
                <a:cs typeface="PingFang SC"/>
              </a:defRPr>
            </a:pPr>
            <a:r>
              <a:rPr sz="2025" b="0">
                <a:solidFill>
                  <a:srgbClr val="B7C3C4"/>
                </a:solidFill>
                <a:latin typeface="PingFang SC"/>
                <a:ea typeface="PingFang SC"/>
                <a:cs typeface="PingFang SC"/>
              </a:rPr>
              <a:t>固定路径通过，只能说明已覆盖的操作正确。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3DF0F8-A0CD-4C01-B504-571F5E2D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382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DE5A4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BDE5A4"/>
                </a:solidFill>
                <a:latin typeface="PingFang SC"/>
                <a:ea typeface="PingFang SC"/>
                <a:cs typeface="PingFang SC"/>
              </a:rPr>
              <a:t>github.com/yu-xin-c/hy3-game-test-lab</a:t>
            </a:r>
          </a:p>
        </p:txBody>
      </p:sp>
    </p:spTree>
    <p:extLst>
      <p:ext uri="{BB962C8B-B14F-4D97-AF65-F5344CB8AC3E}">
        <p14:creationId xmlns:p14="http://schemas.microsoft.com/office/powerpoint/2010/main" val="7119991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2026-09-14T08:39:04.5780000Z</dcterms:created>
  <dcterms:modified xsi:type="dcterms:W3CDTF">2026-09-14T08:39:04.5780000Z</dcterms:modified>
</coreProperties>
</file>