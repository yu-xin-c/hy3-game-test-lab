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f722a904f64be1" /><Relationship Type="http://schemas.openxmlformats.org/officeDocument/2006/relationships/extended-properties" Target="/docProps/app.xml" Id="R4047fba6fa994df0" /><Relationship Type="http://schemas.openxmlformats.org/officeDocument/2006/relationships/officeDocument" Target="/ppt/presentation.xml" Id="R43a53f574a5644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fd0cbfd2454486"/>
  </p:sldMasterIdLst>
  <p:notesMasterIdLst>
    <p:notesMasterId xmlns:r="http://schemas.openxmlformats.org/officeDocument/2006/relationships" r:id="Rf4b9d0de8481429e"/>
  </p:notesMasterIdLst>
  <p:sldIdLst>
    <p:sldId xmlns:r="http://schemas.openxmlformats.org/officeDocument/2006/relationships" id="256" r:id="R0120c18a4dde4790"/>
    <p:sldId xmlns:r="http://schemas.openxmlformats.org/officeDocument/2006/relationships" id="257" r:id="R3cb8aab4615b4f35"/>
    <p:sldId xmlns:r="http://schemas.openxmlformats.org/officeDocument/2006/relationships" id="258" r:id="R722b6c060013496d"/>
    <p:sldId xmlns:r="http://schemas.openxmlformats.org/officeDocument/2006/relationships" id="259" r:id="R9db15df3cb58448c"/>
    <p:sldId xmlns:r="http://schemas.openxmlformats.org/officeDocument/2006/relationships" id="260" r:id="Rd528d330ba784fca"/>
    <p:sldId xmlns:r="http://schemas.openxmlformats.org/officeDocument/2006/relationships" id="261" r:id="Rca5a99940de14bc0"/>
    <p:sldId xmlns:r="http://schemas.openxmlformats.org/officeDocument/2006/relationships" id="262" r:id="R2ffdd0cdd93e411b"/>
    <p:sldId xmlns:r="http://schemas.openxmlformats.org/officeDocument/2006/relationships" id="263" r:id="Rc3ab494a1ca643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df228e024d48e5" /><Relationship Type="http://schemas.openxmlformats.org/officeDocument/2006/relationships/slideMaster" Target="/ppt/slideMasters/slideMaster1.xml" Id="R20fd0cbfd2454486" /><Relationship Type="http://schemas.openxmlformats.org/officeDocument/2006/relationships/notesMaster" Target="/ppt/notesMasters/notesMaster1.xml" Id="Rf4b9d0de8481429e" /><Relationship Type="http://schemas.openxmlformats.org/officeDocument/2006/relationships/presProps" Target="/ppt/presProps.xml" Id="R99ce548500fa4c28" /><Relationship Type="http://schemas.openxmlformats.org/officeDocument/2006/relationships/tableStyles" Target="/ppt/tableStyles.xml" Id="Re68db2d1b58445bb" /><Relationship Type="http://schemas.openxmlformats.org/officeDocument/2006/relationships/slide" Target="/ppt/slides/slide1.xml" Id="R0120c18a4dde4790" /><Relationship Type="http://schemas.openxmlformats.org/officeDocument/2006/relationships/slide" Target="/ppt/slides/slide2.xml" Id="R3cb8aab4615b4f35" /><Relationship Type="http://schemas.openxmlformats.org/officeDocument/2006/relationships/slide" Target="/ppt/slides/slide3.xml" Id="R722b6c060013496d" /><Relationship Type="http://schemas.openxmlformats.org/officeDocument/2006/relationships/slide" Target="/ppt/slides/slide4.xml" Id="R9db15df3cb58448c" /><Relationship Type="http://schemas.openxmlformats.org/officeDocument/2006/relationships/slide" Target="/ppt/slides/slide5.xml" Id="Rd528d330ba784fca" /><Relationship Type="http://schemas.openxmlformats.org/officeDocument/2006/relationships/slide" Target="/ppt/slides/slide6.xml" Id="Rca5a99940de14bc0" /><Relationship Type="http://schemas.openxmlformats.org/officeDocument/2006/relationships/slide" Target="/ppt/slides/slide7.xml" Id="R2ffdd0cdd93e411b" /><Relationship Type="http://schemas.openxmlformats.org/officeDocument/2006/relationships/slide" Target="/ppt/slides/slide8.xml" Id="Rc3ab494a1ca643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ecc7a156f348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885bfdf3d54153" /><Relationship Type="http://schemas.openxmlformats.org/officeDocument/2006/relationships/notesMaster" Target="/ppt/notesMasters/notesMaster1.xml" Id="Rb1b3cb06d9ea49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7b6d1a7c8a4e0c" /><Relationship Type="http://schemas.openxmlformats.org/officeDocument/2006/relationships/notesMaster" Target="/ppt/notesMasters/notesMaster1.xml" Id="R129078c86b6b47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41e0cb50324dba" /><Relationship Type="http://schemas.openxmlformats.org/officeDocument/2006/relationships/notesMaster" Target="/ppt/notesMasters/notesMaster1.xml" Id="R0a8e9aa1144a41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158f264aaf4701" /><Relationship Type="http://schemas.openxmlformats.org/officeDocument/2006/relationships/notesMaster" Target="/ppt/notesMasters/notesMaster1.xml" Id="R34dc924059034a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43bd571a184bd0" /><Relationship Type="http://schemas.openxmlformats.org/officeDocument/2006/relationships/notesMaster" Target="/ppt/notesMasters/notesMaster1.xml" Id="Rc7107b03820641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ef620caad54464" /><Relationship Type="http://schemas.openxmlformats.org/officeDocument/2006/relationships/notesMaster" Target="/ppt/notesMasters/notesMaster1.xml" Id="R281dec42fedc4c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9c480a945c4217" /><Relationship Type="http://schemas.openxmlformats.org/officeDocument/2006/relationships/notesMaster" Target="/ppt/notesMasters/notesMaster1.xml" Id="Rf34ba6f8d37442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2ad9881dbd4844" /><Relationship Type="http://schemas.openxmlformats.org/officeDocument/2006/relationships/notesMaster" Target="/ppt/notesMasters/notesMaster1.xml" Id="R759fd2dca0a644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正式范围：results/process-15-v1/scope.json；15 题全部完成见 results/process-15-v1/FINAL.md。历史 96 题不并入本报告。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来源：results/process-15-v1/final-summary.json 的 scope。题集来源与分层依据见 results/process-15-v1/FINAL.md。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过程定义、证据哈希与验证设计：reports/analysis-report.md；results/process-15-v1/PROGRESS.md。观察桥只收集证据，玩家操作来自真实浏览器。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所有分母和口径：results/process-15-v1/final-summary.json。原固定路径含已核实的输入、私有断言和 observe 字段问题；声明文件合规也不保证完整运行接口合规。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来源：results/process-15-v1/final-summary.json 的 difficulty_rows 与 difficulty_boundary。各难度分母和未知项未合并。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来源：results/process-15-v1/final-summary.json 的 supported_model_finding_types；分类口径与限制见 results/process-15-v1/FINAL.md。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来源：results/process-15-v1/particle-orchestra/score-plan-claim.json。三次浏览器终局均为 200；标准 100 仅针对选出的公开计分断言，不代表整份方案穷尽标准。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三份公开方案子断言标准与复核结果：results/process-15-v1/PROCESS-VALIDITY.md。2048 补充混元提示不同，不能与原始全题复核合并；这里只描述已核对的一个正确核心游戏、错误过程单例。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522a0d0d247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3faa368c3e47f9" /><Relationship Type="http://schemas.openxmlformats.org/officeDocument/2006/relationships/slideLayout" Target="/ppt/slideLayouts/slideLayout1.xml" Id="R67adb1a3e4ab47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adb1a3e4ab47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4854dd0834d91" /><Relationship Type="http://schemas.openxmlformats.org/officeDocument/2006/relationships/notesSlide" Target="/ppt/notesSlides/notesSlide1.xml" Id="Rb24b4b1e9b1342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bbe5ec5bf472a" /><Relationship Type="http://schemas.openxmlformats.org/officeDocument/2006/relationships/chart" Target="/ppt/slides/charts/chart1.xml" Id="R15766122b10c421c" /><Relationship Type="http://schemas.openxmlformats.org/officeDocument/2006/relationships/notesSlide" Target="/ppt/notesSlides/notesSlide2.xml" Id="Rdb7ffd6618984a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bebc3e99a4afd" /><Relationship Type="http://schemas.openxmlformats.org/officeDocument/2006/relationships/notesSlide" Target="/ppt/notesSlides/notesSlide3.xml" Id="R8337f9a7d4154f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f742e523d49e2" /><Relationship Type="http://schemas.openxmlformats.org/officeDocument/2006/relationships/chart" Target="/ppt/slides/charts/chart2.xml" Id="Rff20794a0e7d4382" /><Relationship Type="http://schemas.openxmlformats.org/officeDocument/2006/relationships/notesSlide" Target="/ppt/notesSlides/notesSlide4.xml" Id="Rac7e4ce87fad4b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e7c5d617742f8" /><Relationship Type="http://schemas.openxmlformats.org/officeDocument/2006/relationships/chart" Target="/ppt/slides/charts/chart3.xml" Id="R1bccf7908fc2443b" /><Relationship Type="http://schemas.openxmlformats.org/officeDocument/2006/relationships/notesSlide" Target="/ppt/notesSlides/notesSlide5.xml" Id="R9d8dafc6a16d42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0cda0eee54cb5" /><Relationship Type="http://schemas.openxmlformats.org/officeDocument/2006/relationships/chart" Target="/ppt/slides/charts/chart4.xml" Id="Ra75333d5c0c04525" /><Relationship Type="http://schemas.openxmlformats.org/officeDocument/2006/relationships/notesSlide" Target="/ppt/notesSlides/notesSlide6.xml" Id="R14a1d7b6e2394f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bea39d2014c23" /><Relationship Type="http://schemas.openxmlformats.org/officeDocument/2006/relationships/chart" Target="/ppt/slides/charts/chart5.xml" Id="R77894a869fcf4999" /><Relationship Type="http://schemas.openxmlformats.org/officeDocument/2006/relationships/notesSlide" Target="/ppt/notesSlides/notesSlide7.xml" Id="R4fc211a11cd14b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b3e825374477e" /><Relationship Type="http://schemas.openxmlformats.org/officeDocument/2006/relationships/notesSlide" Target="/ppt/notesSlides/notesSlide8.xml" Id="Rb336eb0a375a459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题数</c:v>
          </c:tx>
          <c:spPr>
            <a:solidFill xmlns:a="http://schemas.openxmlformats.org/drawingml/2006/main">
              <a:srgbClr val="1B6D57"/>
            </a:solidFill>
          </c:spPr>
          <c:cat>
            <c:strRef>
              <c:f>'Chart Data'!$A$2:$A$5</c:f>
              <c:strCache>
                <c:ptCount val="4"/>
                <c:pt idx="0">
                  <c:v>动作</c:v>
                </c:pt>
                <c:pt idx="1">
                  <c:v>益智</c:v>
                </c:pt>
                <c:pt idx="2">
                  <c:v>创意</c:v>
                </c:pt>
                <c:pt idx="3">
                  <c:v>模拟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26352F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AF8F1"/>
        </a:solidFill>
      </c:spPr>
    </c:plotArea>
    <c:plotVisOnly val="1"/>
  </c:chart>
  <c:spPr>
    <a:solidFill xmlns:a="http://schemas.openxmlformats.org/drawingml/2006/main">
      <a:srgbClr val="FAF8F1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判正确</c:v>
          </c:tx>
          <c:spPr>
            <a:solidFill xmlns:a="http://schemas.openxmlformats.org/drawingml/2006/main">
              <a:srgbClr val="1B6D57"/>
            </a:solidFill>
          </c:spPr>
          <c:cat>
            <c:strRef>
              <c:f>'Chart Data'!$A$2:$A$3</c:f>
              <c:strCache>
                <c:ptCount val="2"/>
                <c:pt idx="0">
                  <c:v>最终游戏</c:v>
                </c:pt>
                <c:pt idx="1">
                  <c:v>公开方案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</c:v>
                </c:pt>
                <c:pt idx="1">
                  <c:v>6</c:v>
                </c:pt>
              </c:numCache>
            </c:numRef>
          </c:val>
        </c:ser>
        <c:ser>
          <c:idx val="1"/>
          <c:order val="1"/>
          <c:tx>
            <c:v>判错误</c:v>
          </c:tx>
          <c:spPr>
            <a:solidFill xmlns:a="http://schemas.openxmlformats.org/drawingml/2006/main">
              <a:srgbClr val="C95E48"/>
            </a:solidFill>
          </c:spPr>
          <c:cat>
            <c:strRef>
              <c:f>'Chart Data'!$C$2:$C$3</c:f>
              <c:strCache>
                <c:ptCount val="2"/>
                <c:pt idx="0">
                  <c:v>最终游戏</c:v>
                </c:pt>
                <c:pt idx="1">
                  <c:v>公开方案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7</c:v>
                </c:pt>
                <c:pt idx="1">
                  <c:v>6</c:v>
                </c:pt>
              </c:numCache>
            </c:numRef>
          </c:val>
        </c:ser>
        <c:ser>
          <c:idx val="2"/>
          <c:order val="2"/>
          <c:tx>
            <c:v>未判定</c:v>
          </c:tx>
          <c:spPr>
            <a:solidFill xmlns:a="http://schemas.openxmlformats.org/drawingml/2006/main">
              <a:srgbClr val="6F7A73"/>
            </a:solidFill>
          </c:spPr>
          <c:cat>
            <c:strRef>
              <c:f>'Chart Data'!$E$2:$E$3</c:f>
              <c:strCache>
                <c:ptCount val="2"/>
                <c:pt idx="0">
                  <c:v>最终游戏</c:v>
                </c:pt>
                <c:pt idx="1">
                  <c:v>公开方案</c:v>
                </c:pt>
              </c:strCache>
            </c:strRef>
          </c:cat>
          <c:val>
            <c:numRef>
              <c:f>'Chart Data'!$F$2:$F$3</c:f>
              <c:numCache>
                <c:formatCode>General</c:formatCode>
                <c:ptCount val="2"/>
                <c:pt idx="0">
                  <c:v>4</c:v>
                </c:pt>
                <c:pt idx="1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FAF8F1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AF8F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26352F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AF8F1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最终判正确</c:v>
          </c:tx>
          <c:spPr>
            <a:solidFill xmlns:a="http://schemas.openxmlformats.org/drawingml/2006/main">
              <a:srgbClr val="1B6D57"/>
            </a:solidFill>
          </c:spPr>
          <c:cat>
            <c:strRef>
              <c:f>'Chart Data'!$A$2:$A$4</c:f>
              <c:strCache>
                <c:ptCount val="3"/>
                <c:pt idx="0">
                  <c:v>基础</c:v>
                </c:pt>
                <c:pt idx="1">
                  <c:v>中等</c:v>
                </c:pt>
                <c:pt idx="2">
                  <c:v>高难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</c:v>
                </c:pt>
                <c:pt idx="1">
                  <c:v>0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v>最终判错误</c:v>
          </c:tx>
          <c:spPr>
            <a:solidFill xmlns:a="http://schemas.openxmlformats.org/drawingml/2006/main">
              <a:srgbClr val="C95E48"/>
            </a:solidFill>
          </c:spPr>
          <c:cat>
            <c:strRef>
              <c:f>'Chart Data'!$C$2:$C$4</c:f>
              <c:strCache>
                <c:ptCount val="3"/>
                <c:pt idx="0">
                  <c:v>基础</c:v>
                </c:pt>
                <c:pt idx="1">
                  <c:v>中等</c:v>
                </c:pt>
                <c:pt idx="2">
                  <c:v>高难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ser>
          <c:idx val="2"/>
          <c:order val="2"/>
          <c:tx>
            <c:v>未判定</c:v>
          </c:tx>
          <c:spPr>
            <a:solidFill xmlns:a="http://schemas.openxmlformats.org/drawingml/2006/main">
              <a:srgbClr val="6F7A73"/>
            </a:solidFill>
          </c:spPr>
          <c:cat>
            <c:strRef>
              <c:f>'Chart Data'!$E$2:$E$4</c:f>
              <c:strCache>
                <c:ptCount val="3"/>
                <c:pt idx="0">
                  <c:v>基础</c:v>
                </c:pt>
                <c:pt idx="1">
                  <c:v>中等</c:v>
                </c:pt>
                <c:pt idx="2">
                  <c:v>高难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FAF8F1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AF8F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6352F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AF8F1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标记条数</c:v>
          </c:tx>
          <c:spPr>
            <a:solidFill xmlns:a="http://schemas.openxmlformats.org/drawingml/2006/main">
              <a:srgbClr val="C95E48"/>
            </a:solidFill>
          </c:spPr>
          <c:cat>
            <c:strRef>
              <c:f>'Chart Data'!$A$2:$A$4</c:f>
              <c:strCache>
                <c:ptCount val="3"/>
                <c:pt idx="0">
                  <c:v>实现不符</c:v>
                </c:pt>
                <c:pt idx="1">
                  <c:v>错误假设</c:v>
                </c:pt>
                <c:pt idx="2">
                  <c:v>题意误读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26352F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3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AF8F1"/>
        </a:solidFill>
      </c:spPr>
    </c:plotArea>
    <c:plotVisOnly val="1"/>
  </c:chart>
  <c:spPr>
    <a:solidFill xmlns:a="http://schemas.openxmlformats.org/drawingml/2006/main">
      <a:srgbClr val="FAF8F1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终局分数</c:v>
          </c:tx>
          <c:spPr>
            <a:solidFill xmlns:a="http://schemas.openxmlformats.org/drawingml/2006/main">
              <a:srgbClr val="C95E4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B6D57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公开标准</c:v>
                </c:pt>
                <c:pt idx="1">
                  <c:v>方案预计</c:v>
                </c:pt>
                <c:pt idx="2">
                  <c:v>试玩一</c:v>
                </c:pt>
                <c:pt idx="3">
                  <c:v>试玩二</c:v>
                </c:pt>
                <c:pt idx="4">
                  <c:v>试玩三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100</c:v>
                </c:pt>
                <c:pt idx="1">
                  <c:v>200</c:v>
                </c:pt>
                <c:pt idx="2">
                  <c:v>200</c:v>
                </c:pt>
                <c:pt idx="3">
                  <c:v>200</c:v>
                </c:pt>
                <c:pt idx="4">
                  <c:v>200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52F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220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AF8F1"/>
        </a:solidFill>
      </c:spPr>
    </c:plotArea>
    <c:plotVisOnly val="1"/>
  </c:chart>
  <c:spPr>
    <a:solidFill xmlns:a="http://schemas.openxmlformats.org/drawingml/2006/main">
      <a:srgbClr val="FAF8F1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1A189-2B6D-4EE1-9331-4E309962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B9254-29B2-4782-B031-34526F79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70948-A952-4826-ABD6-37F31C08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游戏生成过程评估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AB339-8B15-4C9C-B6A5-25C65AA4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定位玩法错误出现的步骤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111CE-D604-40BF-96CB-2B68F772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19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混元生成与复核，浏览器实际操作游戏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55DC1-EAC6-47FB-964F-9653495A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19300"/>
            <a:ext cx="219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90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C76AD-8D4A-4022-BEE8-F8A7D73E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243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道固定游戏题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E217E-B600-4CF8-9218-28C66605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86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公开方案、生成代码、真实试玩、错误定位</a:t>
            </a:r>
          </a:p>
        </p:txBody>
      </p:sp>
    </p:spTree>
    <p:extLst>
      <p:ext uri="{BB962C8B-B14F-4D97-AF65-F5344CB8AC3E}">
        <p14:creationId xmlns:p14="http://schemas.microsoft.com/office/powerpoint/2010/main" val="1883632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DACF5-D213-4F17-A752-45E49A34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438B5-6755-43CA-820F-5C4C4FF7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8F433-F617-4EC6-85E6-9CE0331A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十五题覆盖的玩法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103822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766122b10c421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436A5-DE87-4F15-8600-14E702E2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难度：基础 4 题，中等 6 题，高难 5 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B45D8-B50A-4C4E-AC7C-BD7F7A43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按冻结清单顺序选取；不含摄像头、视频或语音任务，也不是代表性抽样</a:t>
            </a:r>
          </a:p>
        </p:txBody>
      </p:sp>
    </p:spTree>
    <p:extLst>
      <p:ext uri="{BB962C8B-B14F-4D97-AF65-F5344CB8AC3E}">
        <p14:creationId xmlns:p14="http://schemas.microsoft.com/office/powerpoint/2010/main" val="12778168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DC19B-5455-4659-B036-629E2FF2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7BC0A-D13D-432E-B793-804A2BF1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3DEA9-7FA0-476B-9B78-89CFC72D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一道题的评测过程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E5D26-50CE-4DEE-BDA5-4B29E894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5737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F73D0-0B0F-4036-88D5-DA6E588C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764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公开要求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05E83-EB33-4B23-A95E-C5B9F162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30505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玩法规则、胜负目标；私有检查不进入生成提示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DDFB2-DD6E-468D-9900-80BA724B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384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D2BB4-803D-49A2-BE60-CE1CDB76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575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混元编号方案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3FCCD-FAAD-4D7F-AB83-C5AF766D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286125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先于代码写出，每一步对应可核对的主张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F1987-9E07-49E5-9A67-3EE25EE2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195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B82A2-9379-4856-9C77-71BB6B74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385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混元生成代码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757EB-FFA9-416E-ACE1-9D74B6BA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26720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依据文件写入记录和哈希追溯实现位置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31FC2-33D8-4015-8BBC-9958A889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006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BB11D-901D-480D-9FFD-67F2D77C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96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真实试玩与复核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B0041-10C6-40F5-AA41-CB9E8DF6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248275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浏览器输入、状态观察、时间探针、反例与混元复核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F1F381-05DB-41AA-AE15-98FCD610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95312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分别记录操作首错、方案首错和相关实现位置</a:t>
            </a:r>
          </a:p>
        </p:txBody>
      </p:sp>
    </p:spTree>
    <p:extLst>
      <p:ext uri="{BB962C8B-B14F-4D97-AF65-F5344CB8AC3E}">
        <p14:creationId xmlns:p14="http://schemas.microsoft.com/office/powerpoint/2010/main" val="11691581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EF99E-13B6-4FF6-9EFE-C268A227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EEC3D-B821-420F-8E64-62E508E0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F99E4-7E99-449B-9D55-B73BD818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混元对十五题的判定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42950" y="1762125"/>
          <a:ext xmlns:a="http://schemas.openxmlformats.org/drawingml/2006/main" cx="10382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20794a0e7d438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3682C-18DE-40E6-8BEF-AE3B28C2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声明文件合规 8/15；原始游玩路径终局通过 14/47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9A307-0640-4DE3-B845-D98A80C0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图中是混元意见；原始路径有已知标准问题，均不等于独立正确率</a:t>
            </a:r>
          </a:p>
        </p:txBody>
      </p:sp>
    </p:spTree>
    <p:extLst>
      <p:ext uri="{BB962C8B-B14F-4D97-AF65-F5344CB8AC3E}">
        <p14:creationId xmlns:p14="http://schemas.microsoft.com/office/powerpoint/2010/main" val="2059961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B8D81-7F8A-4E80-95E0-D7F48954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AAA9E-D8CA-411F-A8AC-9BA99D0E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BB8B1-5793-448D-AEBD-4809B579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按难度分层的混元判断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42950" y="1762125"/>
          <a:ext xmlns:a="http://schemas.openxmlformats.org/drawingml/2006/main" cx="10382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ccf7908fc2443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E26F1-2AB8-4FB8-8419-8EE93067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816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公开方案判成立：基础 1/3，中等 2/4，高难 3/5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35A38-5B74-4A03-81B8-E2D87FA3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38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仅 4／6／5 题，玩法和检查强度不同；不能据此判断难度拐点</a:t>
            </a:r>
          </a:p>
        </p:txBody>
      </p:sp>
    </p:spTree>
    <p:extLst>
      <p:ext uri="{BB962C8B-B14F-4D97-AF65-F5344CB8AC3E}">
        <p14:creationId xmlns:p14="http://schemas.microsoft.com/office/powerpoint/2010/main" val="8784294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66BE3-648D-41C2-AB33-80BDB3E8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F59DE-228D-4101-85AD-293C5EE2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CF4DA-9079-47AB-830D-9BE4A22B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混元标记的错误类型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42950" y="1809750"/>
          <a:ext xmlns:a="http://schemas.openxmlformats.org/drawingml/2006/main" cx="103822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5333d5c0c0452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27242-07F7-49C4-9D96-4F5DDE7A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197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同题可有多条标记；这些是混元复核标签，不是逐条独立证实的游戏缺陷</a:t>
            </a:r>
          </a:p>
        </p:txBody>
      </p:sp>
    </p:spTree>
    <p:extLst>
      <p:ext uri="{BB962C8B-B14F-4D97-AF65-F5344CB8AC3E}">
        <p14:creationId xmlns:p14="http://schemas.microsoft.com/office/powerpoint/2010/main" val="21282476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8DBB7-E528-4A3E-B4C0-DDB9E370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0F8B1-97DA-4163-81D3-0CF1BAE7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6DC54-7CEF-4D20-A266-3B939275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计分错误：方案第三步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42950" y="1762125"/>
          <a:ext xmlns:a="http://schemas.openxmlformats.org/drawingml/2006/main" cx="103822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894a869fcf499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FEE16-95F8-44DB-9486-AEB7EEBF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四次正确输入各加 25 分；方案与代码又多加 100 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B1E6B-E675-461D-9BE3-1BDB844C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混元判过程有错并定位第三步；这里只验证选出的公开计分主张</a:t>
            </a:r>
          </a:p>
        </p:txBody>
      </p:sp>
    </p:spTree>
    <p:extLst>
      <p:ext uri="{BB962C8B-B14F-4D97-AF65-F5344CB8AC3E}">
        <p14:creationId xmlns:p14="http://schemas.microsoft.com/office/powerpoint/2010/main" val="17295488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2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4B332-E7BF-4446-ACF6-88266927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FCEBA-FC91-4A5C-B57A-28CC73C9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CFE97-686B-4903-95EA-084DA4A8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过程定位的有效性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AB209-3BA9-4EBF-9637-24B1CFA8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700" b="1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1/3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545CE-0F52-40F6-8A39-1474D64C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5265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原始复核同时检出并定位已核对的错误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54B34-128C-4618-91F1-0C4B7241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48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钥匙开门：给出第一步，却判方案正确；未命中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2D76E-9473-4A00-9758-8E0C6BF3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联机五子棋：判有错，却未给第四步；未命中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B4F9C-A7BF-4570-A949-CFF1365D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05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粒子乐队：判有错并给第三步；命中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6ABE2-2AF9-4270-935C-0C662775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768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二〇四八单例：核心玩法可通关，方案第三步错；补充复核真问题 1/1，误报 0/1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901D1-C134-4748-A694-A351E56A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5787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标准只核对选定主张；补充复核提示不同，样本不足以估计总体误报率</a:t>
            </a:r>
          </a:p>
        </p:txBody>
      </p:sp>
    </p:spTree>
    <p:extLst>
      <p:ext uri="{BB962C8B-B14F-4D97-AF65-F5344CB8AC3E}">
        <p14:creationId xmlns:p14="http://schemas.microsoft.com/office/powerpoint/2010/main" val="136502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2026-09-15T10:20:58.9610000Z</dcterms:created>
  <dcterms:modified xsi:type="dcterms:W3CDTF">2026-09-15T10:20:58.9610000Z</dcterms:modified>
</coreProperties>
</file>