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602ee721234bcf" /><Relationship Type="http://schemas.openxmlformats.org/officeDocument/2006/relationships/extended-properties" Target="/docProps/app.xml" Id="R56b7dc87f83d4723" /><Relationship Type="http://schemas.openxmlformats.org/officeDocument/2006/relationships/officeDocument" Target="/ppt/presentation.xml" Id="R117d3d84810642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db309d95543bc"/>
  </p:sldMasterIdLst>
  <p:notesMasterIdLst>
    <p:notesMasterId xmlns:r="http://schemas.openxmlformats.org/officeDocument/2006/relationships" r:id="Refaf2b4a3a6e4141"/>
  </p:notesMasterIdLst>
  <p:sldIdLst>
    <p:sldId xmlns:r="http://schemas.openxmlformats.org/officeDocument/2006/relationships" id="256" r:id="R56c340e01ffe497f"/>
    <p:sldId xmlns:r="http://schemas.openxmlformats.org/officeDocument/2006/relationships" id="257" r:id="R161b3278ec704eca"/>
    <p:sldId xmlns:r="http://schemas.openxmlformats.org/officeDocument/2006/relationships" id="258" r:id="Rbaec681b0e1c437b"/>
    <p:sldId xmlns:r="http://schemas.openxmlformats.org/officeDocument/2006/relationships" id="259" r:id="R7bef2601f44343ed"/>
    <p:sldId xmlns:r="http://schemas.openxmlformats.org/officeDocument/2006/relationships" id="260" r:id="R70499e3c41a049b9"/>
    <p:sldId xmlns:r="http://schemas.openxmlformats.org/officeDocument/2006/relationships" id="261" r:id="Rd29fc1aa10854b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8678d044f1422e" /><Relationship Type="http://schemas.openxmlformats.org/officeDocument/2006/relationships/slideMaster" Target="/ppt/slideMasters/slideMaster1.xml" Id="R2acdb309d95543bc" /><Relationship Type="http://schemas.openxmlformats.org/officeDocument/2006/relationships/notesMaster" Target="/ppt/notesMasters/notesMaster1.xml" Id="Refaf2b4a3a6e4141" /><Relationship Type="http://schemas.openxmlformats.org/officeDocument/2006/relationships/presProps" Target="/ppt/presProps.xml" Id="R27888b4168a24320" /><Relationship Type="http://schemas.openxmlformats.org/officeDocument/2006/relationships/tableStyles" Target="/ppt/tableStyles.xml" Id="R1e0f6cb9a1a14216" /><Relationship Type="http://schemas.openxmlformats.org/officeDocument/2006/relationships/slide" Target="/ppt/slides/slide1.xml" Id="R56c340e01ffe497f" /><Relationship Type="http://schemas.openxmlformats.org/officeDocument/2006/relationships/slide" Target="/ppt/slides/slide2.xml" Id="R161b3278ec704eca" /><Relationship Type="http://schemas.openxmlformats.org/officeDocument/2006/relationships/slide" Target="/ppt/slides/slide3.xml" Id="Rbaec681b0e1c437b" /><Relationship Type="http://schemas.openxmlformats.org/officeDocument/2006/relationships/slide" Target="/ppt/slides/slide4.xml" Id="R7bef2601f44343ed" /><Relationship Type="http://schemas.openxmlformats.org/officeDocument/2006/relationships/slide" Target="/ppt/slides/slide5.xml" Id="R70499e3c41a049b9" /><Relationship Type="http://schemas.openxmlformats.org/officeDocument/2006/relationships/slide" Target="/ppt/slides/slide6.xml" Id="Rd29fc1aa10854b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897f80c4994e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9d619a6ec44d56" /><Relationship Type="http://schemas.openxmlformats.org/officeDocument/2006/relationships/notesMaster" Target="/ppt/notesMasters/notesMaster1.xml" Id="R758e6bc733b34e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4830b8348a4e74" /><Relationship Type="http://schemas.openxmlformats.org/officeDocument/2006/relationships/notesMaster" Target="/ppt/notesMasters/notesMaster1.xml" Id="R94d1a05a2516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a797d1ae8242ad" /><Relationship Type="http://schemas.openxmlformats.org/officeDocument/2006/relationships/notesMaster" Target="/ppt/notesMasters/notesMaster1.xml" Id="Rfd1b4b53970547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7ba52e07944c8a" /><Relationship Type="http://schemas.openxmlformats.org/officeDocument/2006/relationships/notesMaster" Target="/ppt/notesMasters/notesMaster1.xml" Id="Rd154ce826d4242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f715f6d9c04910" /><Relationship Type="http://schemas.openxmlformats.org/officeDocument/2006/relationships/notesMaster" Target="/ppt/notesMasters/notesMaster1.xml" Id="R80d469e925f749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ef2b270b95435a" /><Relationship Type="http://schemas.openxmlformats.org/officeDocument/2006/relationships/notesMaster" Target="/ppt/notesMasters/notesMaster1.xml" Id="R118bdaba3a4040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项目：Hy3 生成浏览器游戏，Playwright 执行与过程评价。96题原始评测之外，新增3题公开方案生成过程实验和3款游戏的自主探索。封面图是 Mini Farm 在 step15 通关的真实浏览器截图。来源：results/consolidated/summary.json；results/process-v1/REPORT.md；results/exploration-v1/REPORT.md。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生成和模型复核固定 CodeBuddy CN Hy3/high。保存公开方案及实际 Write/Edit，不要求或暴露内部思维链。原始96题以固定路径为主，自主探索另跑3款游戏。代码来源不是最早推理错误的独立证明。来源：docs/process-evaluation.md；src/evaluation/generation-provenance.ts；scripts/explore-game.ts。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96题来源为参考用户提供106条需求的玩法分布，自行构造游戏任务，移除摄像头与视频任务。类别数量31/26/16/13/10，难度D1=12、D2=57、D3=27。题目、公开需求与私有检查在datasets/game-tasks。876次浏览器路径覆盖292个场景。来源：results/consolidated/summary.json；scripts/build-distribution-game-tasks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终局159/876，过程156/876。Hy3终局244/288个可判定场景，过程235/289，未知值不纳入分母。221是模型指出检查标准疑问的场景数，不是经独立确认的误报数。9是模型判断的终局通过但过程有问题。原始运行过程分数不同于生成方案正确率。来源：results/consolidated/summary.json；reports/analysis-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Zen Garden step7已有生命显示不一致，step8首次出现lost/Playing的状态矛盾。独立复核初次漏检，加入页面交叉证据后引用game.js:128 wrongAction()，实际来源工具步骤3。它是针对已知漏检的诊断改进，不是独立准确率。模型解释中声称step8 before/after均不一致有误，只有after不一致。三款探索路径为Zen Garden12步、Science Circuit12步、Mini Farm26步。截图与源代码不变。来源：results/exploration-v1/REPORT.md及对应trace.json、review.json。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效性验证：两份原始实现和两份局部修正对照，共12次浏览器运行。缺陷检出2/2，指定要求的首个可观测错误操作定位1/2，正常要求对照误报0/2。该50%不是生成推理首错准确率，0/2不代表整个游戏无缺陷或总体误报率。D1/D2/D3的模型复核结果不单调，尚无法确定可靠临界点。来源：results/verifier-v1/REPORT.md；results/consolidated/error-distribu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5612bff334d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6cbf8cc07a4a84" /><Relationship Type="http://schemas.openxmlformats.org/officeDocument/2006/relationships/slideLayout" Target="/ppt/slideLayouts/slideLayout1.xml" Id="R3e637d5da6c846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637d5da6c846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98d9394964d72" /><Relationship Type="http://schemas.openxmlformats.org/officeDocument/2006/relationships/image" Target="/ppt/media/image.png" Id="R3a196f50b2f24676" /><Relationship Type="http://schemas.openxmlformats.org/officeDocument/2006/relationships/notesSlide" Target="/ppt/notesSlides/notesSlide1.xml" Id="Rd8e48f1a221b4c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aae54b3e54c44" /><Relationship Type="http://schemas.openxmlformats.org/officeDocument/2006/relationships/notesSlide" Target="/ppt/notesSlides/notesSlide2.xml" Id="Ra9b1cfd86b3443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bd5eff82e4f80" /><Relationship Type="http://schemas.openxmlformats.org/officeDocument/2006/relationships/notesSlide" Target="/ppt/notesSlides/notesSlide3.xml" Id="Rc507edd78f0a4d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7783f336549ea" /><Relationship Type="http://schemas.openxmlformats.org/officeDocument/2006/relationships/notesSlide" Target="/ppt/notesSlides/notesSlide4.xml" Id="R900bee5320534c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71acce67547cb" /><Relationship Type="http://schemas.openxmlformats.org/officeDocument/2006/relationships/image" Target="/ppt/media/image2.png" Id="R3a936c3a36824243" /><Relationship Type="http://schemas.openxmlformats.org/officeDocument/2006/relationships/notesSlide" Target="/ppt/notesSlides/notesSlide5.xml" Id="R982dd78f17c74e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202e77fdd44e4" /><Relationship Type="http://schemas.openxmlformats.org/officeDocument/2006/relationships/notesSlide" Target="/ppt/notesSlides/notesSlide6.xml" Id="Rf4800556d63249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0F0CF-EC6B-4E3B-A808-F4DE424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AFC71-928A-48F8-BA8E-4F08DD2B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7C458-8B0D-4363-8886-DF1DCCBB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7F6EE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E4017-30A0-4F0E-B06D-3557BEC9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4320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F7F6EE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AI 生成游戏的</a:t>
            </a:r>
          </a:p>
          <a:p xmlns:a="http://schemas.openxmlformats.org/drawingml/2006/main">
            <a:pPr>
              <a:buNone/>
              <a:defRPr sz="3300" b="0">
                <a:solidFill>
                  <a:srgbClr val="F7F6EE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过程评测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81CD1-3E16-4499-B822-E0ECF7E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犀牛鸟开源实战任务二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191BA-4EE0-448E-A105-FFD5FDE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AAB8BD"/>
                </a:solidFill>
                <a:latin typeface="PingFang SC"/>
                <a:ea typeface="PingFang SC"/>
                <a:cs typeface="PingFang SC"/>
              </a:rPr>
              <a:t>评测记录    2026.09.15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96f50b2f24676"/>
          <a:stretch xmlns:a="http://schemas.openxmlformats.org/drawingml/2006/main"/>
        </p:blipFill>
        <p:spPr>
          <a:xfrm xmlns:a="http://schemas.openxmlformats.org/drawingml/2006/main">
            <a:off x="6724650" y="1402556"/>
            <a:ext cx="4857750" cy="364331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88A36-A84B-49C5-AC52-7A89AD34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2197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96 / 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E2DC3-B51F-4B65-8798-6B75F9B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483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6E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题完成测试与混元复核</a:t>
            </a:r>
          </a:p>
        </p:txBody>
      </p:sp>
    </p:spTree>
    <p:extLst>
      <p:ext uri="{BB962C8B-B14F-4D97-AF65-F5344CB8AC3E}">
        <p14:creationId xmlns:p14="http://schemas.microsoft.com/office/powerpoint/2010/main" val="2098260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5DD2A-C69B-475C-8435-1CEF5A17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63186-CAF4-4631-9D7E-BBB8EE7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生成、试玩与错误追溯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A6141-8193-49F4-8E5A-3C6E1F7C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FE43C-469B-4246-A19F-AD9CD6DB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C87D4-1EE2-4585-8962-8A80719E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混元生成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0E544-27D1-4D2D-9A71-1E435ED7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61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保存公开实现方案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记录真实代码修改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4FCFD-BC7B-4E13-BAA3-50427503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716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6765F-027B-4388-99EC-05BD271A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浏览器试玩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D5990-8E84-4CC1-9BA5-474E3DD6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38525"/>
            <a:ext cx="261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固定路径或混元探索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Playwright 执行输入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72526-1AE9-4C9E-878F-2D4AA9A1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10D4E-233C-4202-9034-D29E17BF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逐步取证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7171B-F2F0-4883-82C0-42E05FF5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38525"/>
            <a:ext cx="261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读取状态并核对 HUD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时间探针推进游戏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E94F7-4C0D-499E-B981-0A659F51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F1E27-95DF-4D0B-9D02-1382459F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判断与复核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F82AD-5310-45E7-981B-1194DC40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38525"/>
            <a:ext cx="261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混元复核操作与代码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精确匹配写入来源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6237F-502F-4954-8184-1128BFFC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L1  运行与输入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6BBDF-2C71-41A7-97C3-F4729C25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815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L2  状态与逻辑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90E6F-4842-464A-A490-F6E6BD5D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L3  HUD 与截图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789A8-3794-4DEB-8B47-925A05E2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可观测操作首错、代码写入来源、公开方案错误分别记录。</a:t>
            </a:r>
          </a:p>
        </p:txBody>
      </p:sp>
    </p:spTree>
    <p:extLst>
      <p:ext uri="{BB962C8B-B14F-4D97-AF65-F5344CB8AC3E}">
        <p14:creationId xmlns:p14="http://schemas.microsoft.com/office/powerpoint/2010/main" val="1077427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07527-689D-44F5-8319-CC1646B8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C3FA3-F8FB-4E8A-91A2-0EE26969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96 个游戏任务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117DF-09B8-4DE0-8CDF-2E658709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58864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219200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775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玩法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775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题数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动作 / 竞技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益智 / 解谜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养成 / 经营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创意 / 交互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教育 / 剧情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92C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marL="0" marR="95250" marT="95250" marB="95250"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585FF-89FE-4992-AB8C-82D4FA67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81200"/>
            <a:ext cx="2524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2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981B8-E5F6-458F-A120-0FF48801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题完成运行与复核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4C618-9B1E-4175-9FCA-5F33D9E1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971925"/>
            <a:ext cx="4048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876 次浏览器路径</a:t>
            </a:r>
          </a:p>
          <a:p xmlns:a="http://schemas.openxmlformats.org/drawingml/2006/main">
            <a:pPr>
              <a:buNone/>
              <a:def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292 个混元复核场景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AF56A-6350-4D26-928C-79DCF39A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基础 12     中等 57     较难 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0D87B-5A66-43FC-BDC3-8936F33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715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不含摄像头、视频理解类游戏</a:t>
            </a:r>
          </a:p>
        </p:txBody>
      </p:sp>
    </p:spTree>
    <p:extLst>
      <p:ext uri="{BB962C8B-B14F-4D97-AF65-F5344CB8AC3E}">
        <p14:creationId xmlns:p14="http://schemas.microsoft.com/office/powerpoint/2010/main" val="194524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983F3-A9C1-44D8-BAA4-DC6250BE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B9F47-24B3-43B9-A65C-F144EF10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原始检查与混元复核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3C42B-2C62-4747-ACB0-07292FDD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7A661-072C-45A4-8E19-D74B5446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两种统计口径分别保留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24C47-1E37-46D5-974B-FC3BF33C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156 / 876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D7C45-47B4-48A3-A8A2-1A535A0E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9570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原始规则过程通过 17.81%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4CDF8-3971-46BF-A933-8962126E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05300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终局通过 159 / 876（18.15%）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单位为浏览器路径执行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ADC48-70D5-4AEE-A67F-70896439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235 / 289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1146C-58F9-4B88-96BB-FCE09AC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9570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混元过程判断正确 81.31%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3C9D4-E50C-4ACC-B17C-B99C142F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05300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终局判断正确 244 / 288（84.72%）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单位为可判定场景，模型意见另列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1CE9F-E28F-42CD-9E67-F8BB4914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221 个场景有检查标准疑问。</a:t>
            </a:r>
          </a:p>
          <a:p xmlns:a="http://schemas.openxmlformats.org/drawingml/2006/main">
            <a:r>
              <a:rPr sz="2100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模型识别 9 个终局通过、过程有问题的场景。</a:t>
            </a:r>
          </a:p>
        </p:txBody>
      </p:sp>
    </p:spTree>
    <p:extLst>
      <p:ext uri="{BB962C8B-B14F-4D97-AF65-F5344CB8AC3E}">
        <p14:creationId xmlns:p14="http://schemas.microsoft.com/office/powerpoint/2010/main" val="1906755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DCCCA-4BC9-4CA9-AC57-5072929C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63308-680F-4DF3-BA34-EB0C792D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玩法异常与代码定位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AFBCD-5DC2-4B7C-B960-F56BCA3F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36c3a36824243"/>
          <a:stretch xmlns:a="http://schemas.openxmlformats.org/drawingml/2006/main"/>
        </p:blipFill>
        <p:spPr>
          <a:xfrm xmlns:a="http://schemas.openxmlformats.org/drawingml/2006/main">
            <a:off x="777478" y="1971675"/>
            <a:ext cx="5036344" cy="4029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6C15E-1B79-48CC-909F-5800EE73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2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Zen Garden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D1-DA8F-4D4C-943F-5FD1A884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502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step 8：已失败，HUD 仍为 Playing</a:t>
            </a:r>
          </a:p>
          <a:p xmlns:a="http://schemas.openxmlformats.org/drawingml/2006/main">
            <a:r>
              <a:rPr sz="1950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定位 wrongAction()，第 3 次写入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0C652-0644-4951-BB07-B32767E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81425"/>
            <a:ext cx="502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92C29"/>
                </a:solidFill>
                <a:latin typeface="PingFang SC"/>
                <a:ea typeface="PingFang SC"/>
                <a:cs typeface="PingFang SC"/>
              </a:rPr>
              <a:t>混元自主探索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E1F13-D7E8-48A8-AD68-87A95E8B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02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325" b="1">
                <a:solidFill>
                  <a:srgbClr val="23775F"/>
                </a:solidFill>
                <a:latin typeface="PingFang SC"/>
                <a:ea typeface="PingFang SC"/>
                <a:cs typeface="PingFang SC"/>
              </a:rPr>
              <a:t>三款游戏：12 / 12 / 26 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AFEB1-71E5-4DD2-A02C-8F99FF53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57775"/>
            <a:ext cx="502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Mini Farm 完成种植与超时路径</a:t>
            </a:r>
          </a:p>
          <a:p xmlns:a="http://schemas.openxmlformats.org/drawingml/2006/main">
            <a:r>
              <a:rPr sz="1875" b="0">
                <a:solidFill>
                  <a:srgbClr val="64746C"/>
                </a:solidFill>
                <a:latin typeface="PingFang SC"/>
                <a:ea typeface="PingFang SC"/>
                <a:cs typeface="PingFang SC"/>
              </a:rPr>
              <a:t>固定输入重放 3/3 一致</a:t>
            </a:r>
          </a:p>
        </p:txBody>
      </p:sp>
    </p:spTree>
    <p:extLst>
      <p:ext uri="{BB962C8B-B14F-4D97-AF65-F5344CB8AC3E}">
        <p14:creationId xmlns:p14="http://schemas.microsoft.com/office/powerpoint/2010/main" val="994166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92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06C65-6E61-4B1C-B1DB-BE72984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B1D5E-254D-4680-AF5B-DE9692E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评估器验证与能力边界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6FAD6-9893-402B-B77A-10B697CE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43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A884D-5CB2-4C5D-9D22-8E9BE234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175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定位 1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9A8C8-D184-4C87-B7DF-5C142CC6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52650"/>
            <a:ext cx="7867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首个异常操作命中 50%</a:t>
            </a:r>
          </a:p>
          <a:p xmlns:a="http://schemas.openxmlformats.org/drawingml/2006/main">
            <a:r>
              <a:rPr sz="225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样本为两份错误实现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06D5E-8DCE-4D36-8CDD-3FAB7F0A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175" b="1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误报 0 /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02A33-69C0-444C-8A2B-B4E0D39F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71875"/>
            <a:ext cx="7867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25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两份局部修正对照均未误报</a:t>
            </a:r>
          </a:p>
          <a:p xmlns:a="http://schemas.openxmlformats.org/drawingml/2006/main">
            <a:r>
              <a:rPr sz="2250" b="0">
                <a:solidFill>
                  <a:srgbClr val="F7F6EE"/>
                </a:solidFill>
                <a:latin typeface="PingFang SC"/>
                <a:ea typeface="PingFang SC"/>
                <a:cs typeface="PingFang SC"/>
              </a:rPr>
              <a:t>仅验证指定要求，不能外推整体可靠性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A22FE-E931-4E17-A3C9-05D596DC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B7C3C4"/>
                </a:solidFill>
                <a:latin typeface="PingFang SC"/>
                <a:ea typeface="PingFang SC"/>
                <a:cs typeface="PingFang SC"/>
              </a:rPr>
              <a:t>分层表现未随难度单调下降，尚无可靠临界点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DF0F8-A0CD-4C01-B504-571F5E2D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BDE5A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DE5A4"/>
                </a:solidFill>
                <a:latin typeface="PingFang SC"/>
                <a:ea typeface="PingFang SC"/>
                <a:cs typeface="PingFang SC"/>
              </a:rPr>
              <a:t>github.com/yu-xin-c/hy3-game-test-lab</a:t>
            </a:r>
          </a:p>
        </p:txBody>
      </p:sp>
    </p:spTree>
    <p:extLst>
      <p:ext uri="{BB962C8B-B14F-4D97-AF65-F5344CB8AC3E}">
        <p14:creationId xmlns:p14="http://schemas.microsoft.com/office/powerpoint/2010/main" val="711999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2026-09-14T18:38:38.4200000Z</dcterms:created>
  <dcterms:modified xsi:type="dcterms:W3CDTF">2026-09-14T18:38:38.4200000Z</dcterms:modified>
</coreProperties>
</file>