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6c2f2e51142bb" /><Relationship Type="http://schemas.openxmlformats.org/officeDocument/2006/relationships/extended-properties" Target="/docProps/app.xml" Id="R6d3fc3c720834cb6" /><Relationship Type="http://schemas.openxmlformats.org/officeDocument/2006/relationships/officeDocument" Target="/ppt/presentation.xml" Id="R95e4d896f59a42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a7a99a258c4fb8"/>
  </p:sldMasterIdLst>
  <p:notesMasterIdLst>
    <p:notesMasterId xmlns:r="http://schemas.openxmlformats.org/officeDocument/2006/relationships" r:id="Rbfbf2ac62c37447c"/>
  </p:notesMasterIdLst>
  <p:sldIdLst>
    <p:sldId xmlns:r="http://schemas.openxmlformats.org/officeDocument/2006/relationships" id="256" r:id="R65604ad6c5e74b1e"/>
    <p:sldId xmlns:r="http://schemas.openxmlformats.org/officeDocument/2006/relationships" id="257" r:id="Red12441501b142ab"/>
    <p:sldId xmlns:r="http://schemas.openxmlformats.org/officeDocument/2006/relationships" id="258" r:id="R97897bba98404f87"/>
    <p:sldId xmlns:r="http://schemas.openxmlformats.org/officeDocument/2006/relationships" id="259" r:id="Rf3c177700c0c45b3"/>
    <p:sldId xmlns:r="http://schemas.openxmlformats.org/officeDocument/2006/relationships" id="260" r:id="Rcffb94292f8343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1c2c3bfe7d4123" /><Relationship Type="http://schemas.openxmlformats.org/officeDocument/2006/relationships/slideMaster" Target="/ppt/slideMasters/slideMaster1.xml" Id="R97a7a99a258c4fb8" /><Relationship Type="http://schemas.openxmlformats.org/officeDocument/2006/relationships/notesMaster" Target="/ppt/notesMasters/notesMaster1.xml" Id="Rbfbf2ac62c37447c" /><Relationship Type="http://schemas.openxmlformats.org/officeDocument/2006/relationships/presProps" Target="/ppt/presProps.xml" Id="R39143f4e5a4b42e3" /><Relationship Type="http://schemas.openxmlformats.org/officeDocument/2006/relationships/tableStyles" Target="/ppt/tableStyles.xml" Id="R86e053d4125d4dbe" /><Relationship Type="http://schemas.openxmlformats.org/officeDocument/2006/relationships/slide" Target="/ppt/slides/slide1.xml" Id="R65604ad6c5e74b1e" /><Relationship Type="http://schemas.openxmlformats.org/officeDocument/2006/relationships/slide" Target="/ppt/slides/slide2.xml" Id="Red12441501b142ab" /><Relationship Type="http://schemas.openxmlformats.org/officeDocument/2006/relationships/slide" Target="/ppt/slides/slide3.xml" Id="R97897bba98404f87" /><Relationship Type="http://schemas.openxmlformats.org/officeDocument/2006/relationships/slide" Target="/ppt/slides/slide4.xml" Id="Rf3c177700c0c45b3" /><Relationship Type="http://schemas.openxmlformats.org/officeDocument/2006/relationships/slide" Target="/ppt/slides/slide5.xml" Id="Rcffb94292f8343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59f8d860634a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ae1616adc48e3" /><Relationship Type="http://schemas.openxmlformats.org/officeDocument/2006/relationships/notesMaster" Target="/ppt/notesMasters/notesMaster1.xml" Id="Rbfefb699e12c4b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30bde291d14900" /><Relationship Type="http://schemas.openxmlformats.org/officeDocument/2006/relationships/notesMaster" Target="/ppt/notesMasters/notesMaster1.xml" Id="R1347b883cc6c4b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a0ba6221474ef7" /><Relationship Type="http://schemas.openxmlformats.org/officeDocument/2006/relationships/notesMaster" Target="/ppt/notesMasters/notesMaster1.xml" Id="R7ff7228acccd47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0b0cfcd9654157" /><Relationship Type="http://schemas.openxmlformats.org/officeDocument/2006/relationships/notesMaster" Target="/ppt/notesMasters/notesMaster1.xml" Id="R425c930b3865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ef3868932b4aa5" /><Relationship Type="http://schemas.openxmlformats.org/officeDocument/2006/relationships/notesMaster" Target="/ppt/notesMasters/notesMaster1.xml" Id="R2f096257755f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过程定义、证据哈希与验证设计：reports/analysis-report.md；results/process-15-v1/PROGRESS.md。观察桥仅收集证据，玩家操作来自 Chromium。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公开计分标准、原方案与三次重放：results/process-15-v1/particle-orchestra/score-plan-claim.json。页面数字来自真实浏览器执行证据。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f9ef875e94f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7c7a8b5932446a" /><Relationship Type="http://schemas.openxmlformats.org/officeDocument/2006/relationships/slideLayout" Target="/ppt/slideLayouts/slideLayout1.xml" Id="R5485b7e5d5f4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5b7e5d5f4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94f031f47430c" /><Relationship Type="http://schemas.openxmlformats.org/officeDocument/2006/relationships/notesSlide" Target="/ppt/notesSlides/notesSlide1.xml" Id="R3a071e16ceda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a274220f34d05" /><Relationship Type="http://schemas.openxmlformats.org/officeDocument/2006/relationships/notesSlide" Target="/ppt/notesSlides/notesSlide2.xml" Id="R30a5bbab1775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d57ceb9f94cf9" /><Relationship Type="http://schemas.openxmlformats.org/officeDocument/2006/relationships/notesSlide" Target="/ppt/notesSlides/notesSlide3.xml" Id="Reba5002cd5704a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fe40f37fe40db" /><Relationship Type="http://schemas.openxmlformats.org/officeDocument/2006/relationships/notesSlide" Target="/ppt/notesSlides/notesSlide4.xml" Id="R10193ec4348c4b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74bf54c0a4349" /><Relationship Type="http://schemas.openxmlformats.org/officeDocument/2006/relationships/notesSlide" Target="/ppt/notesSlides/notesSlide5.xml" Id="R7280f18fd05948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73EB0-3410-493E-B480-747CA4C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495D6-1869-4F43-A357-D5BCCD1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19FA0-ABE5-4147-9A7B-FDC87B89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游戏生成过程评估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2484B-A0A6-4271-9BD5-09D8F11D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定位玩法错误出现的步骤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5095C-552F-4533-9335-98C693D9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混元生成与复核，浏览器实际操作游戏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7FCAC-1189-4626-94E7-566E592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9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90051-20B5-4D33-8D3B-297F995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道固定游戏题</a:t>
            </a:r>
          </a:p>
        </p:txBody>
      </p:sp>
    </p:spTree>
    <p:extLst>
      <p:ext uri="{BB962C8B-B14F-4D97-AF65-F5344CB8AC3E}">
        <p14:creationId xmlns:p14="http://schemas.microsoft.com/office/powerpoint/2010/main" val="952678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1537CF-3DDB-4434-A50F-13ABAC07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344AD-4E06-4165-BEF9-8DF097D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40AF0-8DEA-4A91-9BE3-C892BEE4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一道题的评测过程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04976-CC4B-4877-B51E-6139A75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A2BFF-24E8-40DD-8366-D2EDBB74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716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游戏要求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0621-7DFD-4451-82D8-1AEB694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4003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玩法规则、胜负目标和可执行检查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8F7B3-AD4E-4696-8F25-0127D86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813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8CD20-382E-4696-8086-585EE88F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03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混元分步方案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49224A-6A24-433D-B6E6-761A9B8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4290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先写方案，再给每一步配检查点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EAD6F-0E5C-4B4B-82E6-D631414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4617C-C7D8-4016-A8E4-10795209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290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生成游戏代码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5FA9F-D6F0-4FC2-AB58-0746FFA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577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根据文件操作和哈希还原实现过程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D454F-99C3-47C2-8DA4-48EEF46E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387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E9F66-1D35-4039-B25B-C3B482C4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577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实际游玩与复核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8D129-CFF9-46A1-B2F0-79D422C9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4864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浏览器输入、时间推进、失败路径和混元复核</a:t>
            </a:r>
          </a:p>
        </p:txBody>
      </p:sp>
    </p:spTree>
    <p:extLst>
      <p:ext uri="{BB962C8B-B14F-4D97-AF65-F5344CB8AC3E}">
        <p14:creationId xmlns:p14="http://schemas.microsoft.com/office/powerpoint/2010/main" val="17134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0826A-DC00-4E42-8B37-5BAB67DB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358FC-0921-48FD-94A4-0085AFA2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A8A45-58B5-421D-83D3-2E0306B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十五题评测结果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08DE5-AF1F-4594-B1A0-DF38AA3B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15/15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0086-3E0A-4FD7-ABBF-AC90DA9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方案、游戏、浏览器游玩和复核均已完成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9E9B7-DFD6-48C2-A711-B302968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4/11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CC811-FD85-4BBF-A2C5-4B53AB10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混元判断游戏正确／已判定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142C9-638B-4B03-BF26-1834A2F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528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6/12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9E171-4B83-4BAC-87B0-216AD743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672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混元判断方案成立／已判定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4F09-1452-4025-B566-C174282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声明文件合规：8/15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A295B-A55C-4783-97D4-6F883AA9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E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95E48"/>
                </a:solidFill>
                <a:latin typeface="Arial Unicode MS"/>
                <a:ea typeface="Arial Unicode MS"/>
                <a:cs typeface="Arial Unicode MS"/>
              </a:rPr>
              <a:t>原始游玩路径通过：14/47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2244C-5A35-42F0-9462-2C722FA8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混元判断与原始路径得分仍需独立核对</a:t>
            </a:r>
          </a:p>
        </p:txBody>
      </p:sp>
    </p:spTree>
    <p:extLst>
      <p:ext uri="{BB962C8B-B14F-4D97-AF65-F5344CB8AC3E}">
        <p14:creationId xmlns:p14="http://schemas.microsoft.com/office/powerpoint/2010/main" val="1375685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B81FA-D52C-47E8-B762-9393762E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754C8-D74B-4F51-A880-A34B8198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6E026-9B0F-4C15-849C-E15F353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第三步多加了一百分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286BF-51D4-4C7C-9DD3-1BA706A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公开标准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3FAE4-EFAD-4307-A6F5-5B67BDA2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4 × 25 =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01E3-F67B-40B1-BB7D-82C747F5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游戏实际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0FF9B-369E-4562-9E32-B9D0158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C95E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C95E48"/>
                </a:solidFill>
                <a:latin typeface="Arial Unicode MS"/>
                <a:ea typeface="Arial Unicode MS"/>
                <a:cs typeface="Arial Unicode MS"/>
              </a:rPr>
              <a:t>200 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807CE-EBCD-4E55-B22E-5CE0DB48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0525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代码重复加了一百分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C6C00-B92B-4318-AB21-1AF70FA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三次通关均得二百分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C72FC-1112-4491-9217-67FA1D33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混元发现问题，定位到方案第三步</a:t>
            </a:r>
          </a:p>
        </p:txBody>
      </p:sp>
    </p:spTree>
    <p:extLst>
      <p:ext uri="{BB962C8B-B14F-4D97-AF65-F5344CB8AC3E}">
        <p14:creationId xmlns:p14="http://schemas.microsoft.com/office/powerpoint/2010/main" val="746146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EC48B-73E1-4352-9682-86F06AC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B697B-26EC-4752-B382-D52E7D1A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5ED01-F960-4975-BAFC-BDE175EE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错误步骤定位效果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39056-D2C3-4803-A8DA-22AD2D8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BF93-292D-4A0F-901F-48AE312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575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原始复核同时发现并定位错误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326B3-1AD9-4C1D-93C6-24AF7E52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二〇四八游戏可正常通关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02120-DEC9-41A6-947D-B94F9EFC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方案却把获胜动作写成失败。补充复核定位到第三步。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34BDF-C191-4536-B8BC-D5B6404C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正确游戏的过程问题抽检：真问题 1/1，误报 0/1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2AE53-9CB5-4955-B38E-F03F6614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样本较少，尚不能估计整体误报率或难度拐点</a:t>
            </a:r>
          </a:p>
        </p:txBody>
      </p:sp>
    </p:spTree>
    <p:extLst>
      <p:ext uri="{BB962C8B-B14F-4D97-AF65-F5344CB8AC3E}">
        <p14:creationId xmlns:p14="http://schemas.microsoft.com/office/powerpoint/2010/main" val="389130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2026-09-15T10:01:25.9920000Z</dcterms:created>
  <dcterms:modified xsi:type="dcterms:W3CDTF">2026-09-15T10:01:25.9920000Z</dcterms:modified>
</coreProperties>
</file>